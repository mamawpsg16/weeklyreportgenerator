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embeddedFontLst>
    <p:embeddedFont>
      <p:font typeface="Montserrat Black"/>
      <p:bold r:id="rId19"/>
      <p:boldItalic r:id="rId20"/>
    </p:embeddedFont>
    <p:embeddedFont>
      <p:font typeface="Montserra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96F313-4B49-42B1-A1C5-13A5E9195BEB}">
  <a:tblStyle styleId="{E096F313-4B49-42B1-A1C5-13A5E9195BE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DFA0212-414B-471C-9494-E5C37E109D46}"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font" Target="fonts/MontserratBlack-bold.fntdata"/><Relationship Id="rId20" Type="http://schemas.openxmlformats.org/officeDocument/2006/relationships/font" Target="fonts/MontserratBlack-boldItalic.fntdata"/><Relationship Id="rId21" Type="http://schemas.openxmlformats.org/officeDocument/2006/relationships/font" Target="fonts/Montserrat-regular.fntdata"/><Relationship Id="rId22" Type="http://schemas.openxmlformats.org/officeDocument/2006/relationships/font" Target="fonts/Montserrat-bold.fntdata"/><Relationship Id="rId23" Type="http://schemas.openxmlformats.org/officeDocument/2006/relationships/font" Target="fonts/Montserrat-italic.fntdata"/><Relationship Id="rId24" Type="http://schemas.openxmlformats.org/officeDocument/2006/relationships/font" Target="fonts/Montserra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6b9ba063c5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6b9ba063c5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7a8b39de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97a8b39de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9415c0e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e9415c0e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22bd32429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e22bd32429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da710eb6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dda710eb6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90efbd7b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d90efbd7b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e22bd32429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e22bd32429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e22bd32429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e22bd32429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6b83f42d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86b83f42d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e22e2ef4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e22e2ef4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6b9ba063c5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6b9ba063c5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jpg"/><Relationship Id="rId3" Type="http://schemas.openxmlformats.org/officeDocument/2006/relationships/image" Target="../media/image1.pn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 Id="rId3" Type="http://schemas.openxmlformats.org/officeDocument/2006/relationships/image" Target="../media/image2.pn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 Id="rId3" Type="http://schemas.openxmlformats.org/officeDocument/2006/relationships/image" Target="../media/image2.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2.pn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 Id="rId3"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jpg"/><Relationship Id="rId3"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 Id="rId3"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 Id="rId3"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 Id="rId3"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jpg"/><Relationship Id="rId3" Type="http://schemas.openxmlformats.org/officeDocument/2006/relationships/image" Target="../media/image8.png"/><Relationship Id="rId4"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5.png"/><Relationship Id="rId4"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eak 1">
  <p:cSld name="TITLE_ONLY_1_1">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mt="24000"/>
          </a:blip>
          <a:srcRect b="1229" l="0" r="1254" t="1239"/>
          <a:stretch/>
        </p:blipFill>
        <p:spPr>
          <a:xfrm>
            <a:off x="0" y="0"/>
            <a:ext cx="9144000" cy="5143500"/>
          </a:xfrm>
          <a:prstGeom prst="rect">
            <a:avLst/>
          </a:prstGeom>
          <a:noFill/>
          <a:ln>
            <a:noFill/>
          </a:ln>
        </p:spPr>
      </p:pic>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53" name="Google Shape;53;p13"/>
          <p:cNvPicPr preferRelativeResize="0"/>
          <p:nvPr/>
        </p:nvPicPr>
        <p:blipFill>
          <a:blip r:embed="rId3">
            <a:alphaModFix/>
          </a:blip>
          <a:stretch>
            <a:fillRect/>
          </a:stretch>
        </p:blipFill>
        <p:spPr>
          <a:xfrm>
            <a:off x="403050" y="4277925"/>
            <a:ext cx="668900" cy="67449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14"/>
          <p:cNvSpPr txBox="1"/>
          <p:nvPr>
            <p:ph type="title"/>
          </p:nvPr>
        </p:nvSpPr>
        <p:spPr>
          <a:xfrm>
            <a:off x="587490" y="1074232"/>
            <a:ext cx="4699635" cy="13239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4100">
                <a:solidFill>
                  <a:srgbClr val="112646"/>
                </a:solidFill>
                <a:latin typeface="Arial"/>
                <a:ea typeface="Arial"/>
                <a:cs typeface="Arial"/>
                <a:sym typeface="Aria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56" name="Google Shape;56;p14"/>
          <p:cNvSpPr txBox="1"/>
          <p:nvPr>
            <p:ph idx="1" type="body"/>
          </p:nvPr>
        </p:nvSpPr>
        <p:spPr>
          <a:xfrm>
            <a:off x="401955" y="2438295"/>
            <a:ext cx="8238649" cy="13568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b="0" i="0" sz="1000">
                <a:solidFill>
                  <a:srgbClr val="1F1F1F"/>
                </a:solidFill>
                <a:latin typeface="Trebuchet MS"/>
                <a:ea typeface="Trebuchet MS"/>
                <a:cs typeface="Trebuchet MS"/>
                <a:sym typeface="Trebuchet MS"/>
              </a:defRPr>
            </a:lvl1pPr>
            <a:lvl2pPr indent="-228600" lvl="1" marL="914400" algn="l">
              <a:spcBef>
                <a:spcPts val="1200"/>
              </a:spcBef>
              <a:spcAft>
                <a:spcPts val="0"/>
              </a:spcAft>
              <a:buSzPts val="1100"/>
              <a:buNone/>
              <a:defRPr sz="1100"/>
            </a:lvl2pPr>
            <a:lvl3pPr indent="-228600" lvl="2" marL="1371600" algn="l">
              <a:spcBef>
                <a:spcPts val="1200"/>
              </a:spcBef>
              <a:spcAft>
                <a:spcPts val="0"/>
              </a:spcAft>
              <a:buSzPts val="1100"/>
              <a:buNone/>
              <a:defRPr sz="1100"/>
            </a:lvl3pPr>
            <a:lvl4pPr indent="-228600" lvl="3" marL="1828800" algn="l">
              <a:spcBef>
                <a:spcPts val="1200"/>
              </a:spcBef>
              <a:spcAft>
                <a:spcPts val="0"/>
              </a:spcAft>
              <a:buSzPts val="1100"/>
              <a:buNone/>
              <a:defRPr sz="1100"/>
            </a:lvl4pPr>
            <a:lvl5pPr indent="-228600" lvl="4" marL="2286000" algn="l">
              <a:spcBef>
                <a:spcPts val="1200"/>
              </a:spcBef>
              <a:spcAft>
                <a:spcPts val="0"/>
              </a:spcAft>
              <a:buSzPts val="1100"/>
              <a:buNone/>
              <a:defRPr sz="1100"/>
            </a:lvl5pPr>
            <a:lvl6pPr indent="-228600" lvl="5" marL="2743200" algn="l">
              <a:spcBef>
                <a:spcPts val="1200"/>
              </a:spcBef>
              <a:spcAft>
                <a:spcPts val="0"/>
              </a:spcAft>
              <a:buSzPts val="1100"/>
              <a:buNone/>
              <a:defRPr sz="1100"/>
            </a:lvl6pPr>
            <a:lvl7pPr indent="-228600" lvl="6" marL="3200400" algn="l">
              <a:spcBef>
                <a:spcPts val="1200"/>
              </a:spcBef>
              <a:spcAft>
                <a:spcPts val="0"/>
              </a:spcAft>
              <a:buSzPts val="1100"/>
              <a:buNone/>
              <a:defRPr sz="1100"/>
            </a:lvl7pPr>
            <a:lvl8pPr indent="-228600" lvl="7" marL="3657600" algn="l">
              <a:spcBef>
                <a:spcPts val="1200"/>
              </a:spcBef>
              <a:spcAft>
                <a:spcPts val="0"/>
              </a:spcAft>
              <a:buSzPts val="1100"/>
              <a:buNone/>
              <a:defRPr sz="1100"/>
            </a:lvl8pPr>
            <a:lvl9pPr indent="-228600" lvl="8" marL="4114800" algn="l">
              <a:spcBef>
                <a:spcPts val="1200"/>
              </a:spcBef>
              <a:spcAft>
                <a:spcPts val="1200"/>
              </a:spcAft>
              <a:buSzPts val="1100"/>
              <a:buNone/>
              <a:defRPr sz="1100"/>
            </a:lvl9pPr>
          </a:lstStyle>
          <a:p/>
        </p:txBody>
      </p:sp>
      <p:sp>
        <p:nvSpPr>
          <p:cNvPr id="57" name="Google Shape;57;p1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58" name="Google Shape;58;p1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59" name="Google Shape;59;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sz="1100">
                <a:solidFill>
                  <a:srgbClr val="888888"/>
                </a:solidFill>
              </a:defRPr>
            </a:lvl1pPr>
            <a:lvl2pPr indent="0" lvl="1" algn="r">
              <a:spcBef>
                <a:spcPts val="0"/>
              </a:spcBef>
              <a:buNone/>
              <a:defRPr sz="1100">
                <a:solidFill>
                  <a:srgbClr val="888888"/>
                </a:solidFill>
              </a:defRPr>
            </a:lvl2pPr>
            <a:lvl3pPr indent="0" lvl="2" algn="r">
              <a:spcBef>
                <a:spcPts val="0"/>
              </a:spcBef>
              <a:buNone/>
              <a:defRPr sz="1100">
                <a:solidFill>
                  <a:srgbClr val="888888"/>
                </a:solidFill>
              </a:defRPr>
            </a:lvl3pPr>
            <a:lvl4pPr indent="0" lvl="3" algn="r">
              <a:spcBef>
                <a:spcPts val="0"/>
              </a:spcBef>
              <a:buNone/>
              <a:defRPr sz="1100">
                <a:solidFill>
                  <a:srgbClr val="888888"/>
                </a:solidFill>
              </a:defRPr>
            </a:lvl4pPr>
            <a:lvl5pPr indent="0" lvl="4" algn="r">
              <a:spcBef>
                <a:spcPts val="0"/>
              </a:spcBef>
              <a:buNone/>
              <a:defRPr sz="1100">
                <a:solidFill>
                  <a:srgbClr val="888888"/>
                </a:solidFill>
              </a:defRPr>
            </a:lvl5pPr>
            <a:lvl6pPr indent="0" lvl="5" algn="r">
              <a:spcBef>
                <a:spcPts val="0"/>
              </a:spcBef>
              <a:buNone/>
              <a:defRPr sz="1100">
                <a:solidFill>
                  <a:srgbClr val="888888"/>
                </a:solidFill>
              </a:defRPr>
            </a:lvl6pPr>
            <a:lvl7pPr indent="0" lvl="6" algn="r">
              <a:spcBef>
                <a:spcPts val="0"/>
              </a:spcBef>
              <a:buNone/>
              <a:defRPr sz="1100">
                <a:solidFill>
                  <a:srgbClr val="888888"/>
                </a:solidFill>
              </a:defRPr>
            </a:lvl7pPr>
            <a:lvl8pPr indent="0" lvl="7" algn="r">
              <a:spcBef>
                <a:spcPts val="0"/>
              </a:spcBef>
              <a:buNone/>
              <a:defRPr sz="1100">
                <a:solidFill>
                  <a:srgbClr val="888888"/>
                </a:solidFill>
              </a:defRPr>
            </a:lvl8pPr>
            <a:lvl9pPr indent="0" lvl="8" algn="r">
              <a:spcBef>
                <a:spcPts val="0"/>
              </a:spcBef>
              <a:buNone/>
              <a:defRPr sz="1100">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0" name="Shape 60"/>
        <p:cNvGrpSpPr/>
        <p:nvPr/>
      </p:nvGrpSpPr>
      <p:grpSpPr>
        <a:xfrm>
          <a:off x="0" y="0"/>
          <a:ext cx="0" cy="0"/>
          <a:chOff x="0" y="0"/>
          <a:chExt cx="0" cy="0"/>
        </a:xfrm>
      </p:grpSpPr>
      <p:sp>
        <p:nvSpPr>
          <p:cNvPr id="61" name="Google Shape;61;p1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62" name="Google Shape;62;p1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63" name="Google Shape;63;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sz="1100">
                <a:solidFill>
                  <a:srgbClr val="888888"/>
                </a:solidFill>
              </a:defRPr>
            </a:lvl1pPr>
            <a:lvl2pPr indent="0" lvl="1" algn="r">
              <a:spcBef>
                <a:spcPts val="0"/>
              </a:spcBef>
              <a:buNone/>
              <a:defRPr sz="1100">
                <a:solidFill>
                  <a:srgbClr val="888888"/>
                </a:solidFill>
              </a:defRPr>
            </a:lvl2pPr>
            <a:lvl3pPr indent="0" lvl="2" algn="r">
              <a:spcBef>
                <a:spcPts val="0"/>
              </a:spcBef>
              <a:buNone/>
              <a:defRPr sz="1100">
                <a:solidFill>
                  <a:srgbClr val="888888"/>
                </a:solidFill>
              </a:defRPr>
            </a:lvl3pPr>
            <a:lvl4pPr indent="0" lvl="3" algn="r">
              <a:spcBef>
                <a:spcPts val="0"/>
              </a:spcBef>
              <a:buNone/>
              <a:defRPr sz="1100">
                <a:solidFill>
                  <a:srgbClr val="888888"/>
                </a:solidFill>
              </a:defRPr>
            </a:lvl4pPr>
            <a:lvl5pPr indent="0" lvl="4" algn="r">
              <a:spcBef>
                <a:spcPts val="0"/>
              </a:spcBef>
              <a:buNone/>
              <a:defRPr sz="1100">
                <a:solidFill>
                  <a:srgbClr val="888888"/>
                </a:solidFill>
              </a:defRPr>
            </a:lvl5pPr>
            <a:lvl6pPr indent="0" lvl="5" algn="r">
              <a:spcBef>
                <a:spcPts val="0"/>
              </a:spcBef>
              <a:buNone/>
              <a:defRPr sz="1100">
                <a:solidFill>
                  <a:srgbClr val="888888"/>
                </a:solidFill>
              </a:defRPr>
            </a:lvl6pPr>
            <a:lvl7pPr indent="0" lvl="6" algn="r">
              <a:spcBef>
                <a:spcPts val="0"/>
              </a:spcBef>
              <a:buNone/>
              <a:defRPr sz="1100">
                <a:solidFill>
                  <a:srgbClr val="888888"/>
                </a:solidFill>
              </a:defRPr>
            </a:lvl7pPr>
            <a:lvl8pPr indent="0" lvl="7" algn="r">
              <a:spcBef>
                <a:spcPts val="0"/>
              </a:spcBef>
              <a:buNone/>
              <a:defRPr sz="1100">
                <a:solidFill>
                  <a:srgbClr val="888888"/>
                </a:solidFill>
              </a:defRPr>
            </a:lvl8pPr>
            <a:lvl9pPr indent="0" lvl="8" algn="r">
              <a:spcBef>
                <a:spcPts val="0"/>
              </a:spcBef>
              <a:buNone/>
              <a:defRPr sz="1100">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17"/>
          <p:cNvSpPr txBox="1"/>
          <p:nvPr>
            <p:ph type="ctrTitle"/>
          </p:nvPr>
        </p:nvSpPr>
        <p:spPr>
          <a:xfrm>
            <a:off x="559016" y="957160"/>
            <a:ext cx="5846100" cy="2052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70" name="Google Shape;7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7"/>
          <p:cNvSpPr txBox="1"/>
          <p:nvPr>
            <p:ph idx="1" type="subTitle"/>
          </p:nvPr>
        </p:nvSpPr>
        <p:spPr>
          <a:xfrm>
            <a:off x="985918" y="2724610"/>
            <a:ext cx="4992300" cy="6036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2" name="Google Shape;72;p17"/>
          <p:cNvPicPr preferRelativeResize="0"/>
          <p:nvPr/>
        </p:nvPicPr>
        <p:blipFill rotWithShape="1">
          <a:blip r:embed="rId3">
            <a:alphaModFix/>
          </a:blip>
          <a:srcRect b="0" l="0" r="60427" t="38363"/>
          <a:stretch/>
        </p:blipFill>
        <p:spPr>
          <a:xfrm>
            <a:off x="3773975" y="777752"/>
            <a:ext cx="5370025" cy="4365748"/>
          </a:xfrm>
          <a:prstGeom prst="rect">
            <a:avLst/>
          </a:prstGeom>
          <a:noFill/>
          <a:ln>
            <a:noFill/>
          </a:ln>
        </p:spPr>
      </p:pic>
      <p:pic>
        <p:nvPicPr>
          <p:cNvPr id="73" name="Google Shape;73;p17"/>
          <p:cNvPicPr preferRelativeResize="0"/>
          <p:nvPr/>
        </p:nvPicPr>
        <p:blipFill>
          <a:blip r:embed="rId4">
            <a:alphaModFix/>
          </a:blip>
          <a:stretch>
            <a:fillRect/>
          </a:stretch>
        </p:blipFill>
        <p:spPr>
          <a:xfrm>
            <a:off x="6679775" y="1195550"/>
            <a:ext cx="1732800" cy="248862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lue" type="secHead">
  <p:cSld name="SECTION_HEADER">
    <p:bg>
      <p:bgPr>
        <a:blipFill>
          <a:blip r:embed="rId2">
            <a:alphaModFix/>
          </a:blip>
          <a:stretch>
            <a:fillRect/>
          </a:stretch>
        </a:blipFill>
      </p:bgPr>
    </p:bg>
    <p:spTree>
      <p:nvGrpSpPr>
        <p:cNvPr id="74" name="Shape 74"/>
        <p:cNvGrpSpPr/>
        <p:nvPr/>
      </p:nvGrpSpPr>
      <p:grpSpPr>
        <a:xfrm>
          <a:off x="0" y="0"/>
          <a:ext cx="0" cy="0"/>
          <a:chOff x="0" y="0"/>
          <a:chExt cx="0" cy="0"/>
        </a:xfrm>
      </p:grpSpPr>
      <p:sp>
        <p:nvSpPr>
          <p:cNvPr id="75" name="Google Shape;75;p18"/>
          <p:cNvSpPr/>
          <p:nvPr/>
        </p:nvSpPr>
        <p:spPr>
          <a:xfrm>
            <a:off x="0" y="0"/>
            <a:ext cx="9144000" cy="394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76" name="Google Shape;76;p18"/>
          <p:cNvPicPr preferRelativeResize="0"/>
          <p:nvPr/>
        </p:nvPicPr>
        <p:blipFill rotWithShape="1">
          <a:blip r:embed="rId3">
            <a:alphaModFix/>
          </a:blip>
          <a:srcRect b="426" l="23855" r="7260" t="22121"/>
          <a:stretch/>
        </p:blipFill>
        <p:spPr>
          <a:xfrm>
            <a:off x="7457450" y="3861125"/>
            <a:ext cx="1686548" cy="1282375"/>
          </a:xfrm>
          <a:prstGeom prst="rect">
            <a:avLst/>
          </a:prstGeom>
          <a:noFill/>
          <a:ln>
            <a:noFill/>
          </a:ln>
        </p:spPr>
      </p:pic>
      <p:sp>
        <p:nvSpPr>
          <p:cNvPr id="77" name="Google Shape;77;p18"/>
          <p:cNvSpPr/>
          <p:nvPr/>
        </p:nvSpPr>
        <p:spPr>
          <a:xfrm>
            <a:off x="0" y="1194300"/>
            <a:ext cx="7546500" cy="394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8" name="Google Shape;7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8"/>
          <p:cNvSpPr txBox="1"/>
          <p:nvPr>
            <p:ph type="title"/>
          </p:nvPr>
        </p:nvSpPr>
        <p:spPr>
          <a:xfrm>
            <a:off x="311700" y="534072"/>
            <a:ext cx="8520600" cy="660300"/>
          </a:xfrm>
          <a:prstGeom prst="rect">
            <a:avLst/>
          </a:prstGeom>
        </p:spPr>
        <p:txBody>
          <a:bodyPr anchorCtr="0" anchor="t" bIns="91425" lIns="91425" spcFirstLastPara="1" rIns="91425" wrap="square" tIns="91425">
            <a:normAutofit/>
          </a:bodyPr>
          <a:lstStyle>
            <a:lvl1pPr lvl="0">
              <a:spcBef>
                <a:spcPts val="0"/>
              </a:spcBef>
              <a:spcAft>
                <a:spcPts val="0"/>
              </a:spcAft>
              <a:buClr>
                <a:srgbClr val="12284C"/>
              </a:buClr>
              <a:buSzPts val="3900"/>
              <a:buNone/>
              <a:defRPr sz="3900">
                <a:solidFill>
                  <a:srgbClr val="12284C"/>
                </a:solidFill>
              </a:defRPr>
            </a:lvl1pPr>
            <a:lvl2pPr lvl="1">
              <a:spcBef>
                <a:spcPts val="0"/>
              </a:spcBef>
              <a:spcAft>
                <a:spcPts val="0"/>
              </a:spcAft>
              <a:buClr>
                <a:srgbClr val="12284C"/>
              </a:buClr>
              <a:buSzPts val="3900"/>
              <a:buNone/>
              <a:defRPr sz="3900">
                <a:solidFill>
                  <a:srgbClr val="12284C"/>
                </a:solidFill>
              </a:defRPr>
            </a:lvl2pPr>
            <a:lvl3pPr lvl="2">
              <a:spcBef>
                <a:spcPts val="0"/>
              </a:spcBef>
              <a:spcAft>
                <a:spcPts val="0"/>
              </a:spcAft>
              <a:buClr>
                <a:srgbClr val="12284C"/>
              </a:buClr>
              <a:buSzPts val="3900"/>
              <a:buNone/>
              <a:defRPr sz="3900">
                <a:solidFill>
                  <a:srgbClr val="12284C"/>
                </a:solidFill>
              </a:defRPr>
            </a:lvl3pPr>
            <a:lvl4pPr lvl="3">
              <a:spcBef>
                <a:spcPts val="0"/>
              </a:spcBef>
              <a:spcAft>
                <a:spcPts val="0"/>
              </a:spcAft>
              <a:buClr>
                <a:srgbClr val="12284C"/>
              </a:buClr>
              <a:buSzPts val="3900"/>
              <a:buNone/>
              <a:defRPr sz="3900">
                <a:solidFill>
                  <a:srgbClr val="12284C"/>
                </a:solidFill>
              </a:defRPr>
            </a:lvl4pPr>
            <a:lvl5pPr lvl="4">
              <a:spcBef>
                <a:spcPts val="0"/>
              </a:spcBef>
              <a:spcAft>
                <a:spcPts val="0"/>
              </a:spcAft>
              <a:buClr>
                <a:srgbClr val="12284C"/>
              </a:buClr>
              <a:buSzPts val="3900"/>
              <a:buNone/>
              <a:defRPr sz="3900">
                <a:solidFill>
                  <a:srgbClr val="12284C"/>
                </a:solidFill>
              </a:defRPr>
            </a:lvl5pPr>
            <a:lvl6pPr lvl="5">
              <a:spcBef>
                <a:spcPts val="0"/>
              </a:spcBef>
              <a:spcAft>
                <a:spcPts val="0"/>
              </a:spcAft>
              <a:buClr>
                <a:srgbClr val="12284C"/>
              </a:buClr>
              <a:buSzPts val="3900"/>
              <a:buNone/>
              <a:defRPr sz="3900">
                <a:solidFill>
                  <a:srgbClr val="12284C"/>
                </a:solidFill>
              </a:defRPr>
            </a:lvl6pPr>
            <a:lvl7pPr lvl="6">
              <a:spcBef>
                <a:spcPts val="0"/>
              </a:spcBef>
              <a:spcAft>
                <a:spcPts val="0"/>
              </a:spcAft>
              <a:buClr>
                <a:srgbClr val="12284C"/>
              </a:buClr>
              <a:buSzPts val="3900"/>
              <a:buNone/>
              <a:defRPr sz="3900">
                <a:solidFill>
                  <a:srgbClr val="12284C"/>
                </a:solidFill>
              </a:defRPr>
            </a:lvl7pPr>
            <a:lvl8pPr lvl="7">
              <a:spcBef>
                <a:spcPts val="0"/>
              </a:spcBef>
              <a:spcAft>
                <a:spcPts val="0"/>
              </a:spcAft>
              <a:buClr>
                <a:srgbClr val="12284C"/>
              </a:buClr>
              <a:buSzPts val="3900"/>
              <a:buNone/>
              <a:defRPr sz="3900">
                <a:solidFill>
                  <a:srgbClr val="12284C"/>
                </a:solidFill>
              </a:defRPr>
            </a:lvl8pPr>
            <a:lvl9pPr lvl="8">
              <a:spcBef>
                <a:spcPts val="0"/>
              </a:spcBef>
              <a:spcAft>
                <a:spcPts val="0"/>
              </a:spcAft>
              <a:buClr>
                <a:srgbClr val="12284C"/>
              </a:buClr>
              <a:buSzPts val="3900"/>
              <a:buNone/>
              <a:defRPr sz="3900">
                <a:solidFill>
                  <a:srgbClr val="12284C"/>
                </a:solidFill>
              </a:defRPr>
            </a:lvl9pPr>
          </a:lstStyle>
          <a:p/>
        </p:txBody>
      </p:sp>
      <p:sp>
        <p:nvSpPr>
          <p:cNvPr id="80" name="Google Shape;80;p18"/>
          <p:cNvSpPr txBox="1"/>
          <p:nvPr>
            <p:ph idx="1" type="subTitle"/>
          </p:nvPr>
        </p:nvSpPr>
        <p:spPr>
          <a:xfrm>
            <a:off x="310896" y="1194295"/>
            <a:ext cx="4491900" cy="603600"/>
          </a:xfrm>
          <a:prstGeom prst="rect">
            <a:avLst/>
          </a:prstGeom>
        </p:spPr>
        <p:txBody>
          <a:bodyPr anchorCtr="0" anchor="t" bIns="91425" lIns="91425" spcFirstLastPara="1" rIns="91425" wrap="square" tIns="91425">
            <a:normAutofit/>
          </a:bodyPr>
          <a:lstStyle>
            <a:lvl1pPr lvl="0">
              <a:spcBef>
                <a:spcPts val="0"/>
              </a:spcBef>
              <a:spcAft>
                <a:spcPts val="0"/>
              </a:spcAft>
              <a:buClr>
                <a:srgbClr val="12284C"/>
              </a:buClr>
              <a:buSzPts val="1800"/>
              <a:buNone/>
              <a:defRPr>
                <a:solidFill>
                  <a:srgbClr val="12284C"/>
                </a:solidFill>
              </a:defRPr>
            </a:lvl1pPr>
            <a:lvl2pPr lvl="1">
              <a:spcBef>
                <a:spcPts val="0"/>
              </a:spcBef>
              <a:spcAft>
                <a:spcPts val="0"/>
              </a:spcAft>
              <a:buClr>
                <a:srgbClr val="12284C"/>
              </a:buClr>
              <a:buSzPts val="1400"/>
              <a:buNone/>
              <a:defRPr>
                <a:solidFill>
                  <a:srgbClr val="12284C"/>
                </a:solidFill>
              </a:defRPr>
            </a:lvl2pPr>
            <a:lvl3pPr lvl="2">
              <a:spcBef>
                <a:spcPts val="0"/>
              </a:spcBef>
              <a:spcAft>
                <a:spcPts val="0"/>
              </a:spcAft>
              <a:buClr>
                <a:srgbClr val="12284C"/>
              </a:buClr>
              <a:buSzPts val="1400"/>
              <a:buNone/>
              <a:defRPr>
                <a:solidFill>
                  <a:srgbClr val="12284C"/>
                </a:solidFill>
              </a:defRPr>
            </a:lvl3pPr>
            <a:lvl4pPr lvl="3">
              <a:spcBef>
                <a:spcPts val="0"/>
              </a:spcBef>
              <a:spcAft>
                <a:spcPts val="0"/>
              </a:spcAft>
              <a:buClr>
                <a:srgbClr val="12284C"/>
              </a:buClr>
              <a:buSzPts val="1400"/>
              <a:buNone/>
              <a:defRPr>
                <a:solidFill>
                  <a:srgbClr val="12284C"/>
                </a:solidFill>
              </a:defRPr>
            </a:lvl4pPr>
            <a:lvl5pPr lvl="4">
              <a:spcBef>
                <a:spcPts val="0"/>
              </a:spcBef>
              <a:spcAft>
                <a:spcPts val="0"/>
              </a:spcAft>
              <a:buClr>
                <a:srgbClr val="12284C"/>
              </a:buClr>
              <a:buSzPts val="1400"/>
              <a:buNone/>
              <a:defRPr>
                <a:solidFill>
                  <a:srgbClr val="12284C"/>
                </a:solidFill>
              </a:defRPr>
            </a:lvl5pPr>
            <a:lvl6pPr lvl="5">
              <a:spcBef>
                <a:spcPts val="0"/>
              </a:spcBef>
              <a:spcAft>
                <a:spcPts val="0"/>
              </a:spcAft>
              <a:buClr>
                <a:srgbClr val="12284C"/>
              </a:buClr>
              <a:buSzPts val="1400"/>
              <a:buNone/>
              <a:defRPr>
                <a:solidFill>
                  <a:srgbClr val="12284C"/>
                </a:solidFill>
              </a:defRPr>
            </a:lvl6pPr>
            <a:lvl7pPr lvl="6">
              <a:spcBef>
                <a:spcPts val="0"/>
              </a:spcBef>
              <a:spcAft>
                <a:spcPts val="0"/>
              </a:spcAft>
              <a:buClr>
                <a:srgbClr val="12284C"/>
              </a:buClr>
              <a:buSzPts val="1400"/>
              <a:buNone/>
              <a:defRPr>
                <a:solidFill>
                  <a:srgbClr val="12284C"/>
                </a:solidFill>
              </a:defRPr>
            </a:lvl7pPr>
            <a:lvl8pPr lvl="7">
              <a:spcBef>
                <a:spcPts val="0"/>
              </a:spcBef>
              <a:spcAft>
                <a:spcPts val="0"/>
              </a:spcAft>
              <a:buClr>
                <a:srgbClr val="12284C"/>
              </a:buClr>
              <a:buSzPts val="1400"/>
              <a:buNone/>
              <a:defRPr>
                <a:solidFill>
                  <a:srgbClr val="12284C"/>
                </a:solidFill>
              </a:defRPr>
            </a:lvl8pPr>
            <a:lvl9pPr lvl="8">
              <a:spcBef>
                <a:spcPts val="0"/>
              </a:spcBef>
              <a:spcAft>
                <a:spcPts val="0"/>
              </a:spcAft>
              <a:buClr>
                <a:srgbClr val="12284C"/>
              </a:buClr>
              <a:buSzPts val="1400"/>
              <a:buNone/>
              <a:defRPr>
                <a:solidFill>
                  <a:srgbClr val="12284C"/>
                </a:solidFill>
              </a:defRPr>
            </a:lvl9pPr>
          </a:lstStyle>
          <a:p/>
        </p:txBody>
      </p:sp>
      <p:pic>
        <p:nvPicPr>
          <p:cNvPr id="81" name="Google Shape;81;p18"/>
          <p:cNvPicPr preferRelativeResize="0"/>
          <p:nvPr/>
        </p:nvPicPr>
        <p:blipFill>
          <a:blip r:embed="rId4">
            <a:alphaModFix/>
          </a:blip>
          <a:stretch>
            <a:fillRect/>
          </a:stretch>
        </p:blipFill>
        <p:spPr>
          <a:xfrm>
            <a:off x="8248846" y="4009412"/>
            <a:ext cx="686430" cy="9858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Green">
  <p:cSld name="SECTION_HEADER_1">
    <p:bg>
      <p:bgPr>
        <a:blipFill>
          <a:blip r:embed="rId2">
            <a:alphaModFix/>
          </a:blip>
          <a:stretch>
            <a:fillRect/>
          </a:stretch>
        </a:blipFill>
      </p:bgPr>
    </p:bg>
    <p:spTree>
      <p:nvGrpSpPr>
        <p:cNvPr id="82" name="Shape 82"/>
        <p:cNvGrpSpPr/>
        <p:nvPr/>
      </p:nvGrpSpPr>
      <p:grpSpPr>
        <a:xfrm>
          <a:off x="0" y="0"/>
          <a:ext cx="0" cy="0"/>
          <a:chOff x="0" y="0"/>
          <a:chExt cx="0" cy="0"/>
        </a:xfrm>
      </p:grpSpPr>
      <p:sp>
        <p:nvSpPr>
          <p:cNvPr id="83" name="Google Shape;83;p19"/>
          <p:cNvSpPr/>
          <p:nvPr/>
        </p:nvSpPr>
        <p:spPr>
          <a:xfrm>
            <a:off x="0" y="0"/>
            <a:ext cx="9144000" cy="394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84" name="Google Shape;84;p19"/>
          <p:cNvPicPr preferRelativeResize="0"/>
          <p:nvPr/>
        </p:nvPicPr>
        <p:blipFill rotWithShape="1">
          <a:blip r:embed="rId3">
            <a:alphaModFix/>
          </a:blip>
          <a:srcRect b="426" l="23855" r="7260" t="22121"/>
          <a:stretch/>
        </p:blipFill>
        <p:spPr>
          <a:xfrm>
            <a:off x="7457450" y="3861125"/>
            <a:ext cx="1686548" cy="1282375"/>
          </a:xfrm>
          <a:prstGeom prst="rect">
            <a:avLst/>
          </a:prstGeom>
          <a:noFill/>
          <a:ln>
            <a:noFill/>
          </a:ln>
        </p:spPr>
      </p:pic>
      <p:sp>
        <p:nvSpPr>
          <p:cNvPr id="85" name="Google Shape;85;p19"/>
          <p:cNvSpPr/>
          <p:nvPr/>
        </p:nvSpPr>
        <p:spPr>
          <a:xfrm>
            <a:off x="0" y="1194300"/>
            <a:ext cx="7546500" cy="394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9"/>
          <p:cNvSpPr txBox="1"/>
          <p:nvPr>
            <p:ph type="title"/>
          </p:nvPr>
        </p:nvSpPr>
        <p:spPr>
          <a:xfrm>
            <a:off x="311700" y="534072"/>
            <a:ext cx="8520600" cy="660300"/>
          </a:xfrm>
          <a:prstGeom prst="rect">
            <a:avLst/>
          </a:prstGeom>
        </p:spPr>
        <p:txBody>
          <a:bodyPr anchorCtr="0" anchor="t" bIns="91425" lIns="91425" spcFirstLastPara="1" rIns="91425" wrap="square" tIns="91425">
            <a:normAutofit/>
          </a:bodyPr>
          <a:lstStyle>
            <a:lvl1pPr lvl="0">
              <a:spcBef>
                <a:spcPts val="0"/>
              </a:spcBef>
              <a:spcAft>
                <a:spcPts val="0"/>
              </a:spcAft>
              <a:buClr>
                <a:srgbClr val="12284C"/>
              </a:buClr>
              <a:buSzPts val="3900"/>
              <a:buNone/>
              <a:defRPr sz="3900">
                <a:solidFill>
                  <a:srgbClr val="12284C"/>
                </a:solidFill>
              </a:defRPr>
            </a:lvl1pPr>
            <a:lvl2pPr lvl="1">
              <a:spcBef>
                <a:spcPts val="0"/>
              </a:spcBef>
              <a:spcAft>
                <a:spcPts val="0"/>
              </a:spcAft>
              <a:buClr>
                <a:srgbClr val="12284C"/>
              </a:buClr>
              <a:buSzPts val="3900"/>
              <a:buNone/>
              <a:defRPr sz="3900">
                <a:solidFill>
                  <a:srgbClr val="12284C"/>
                </a:solidFill>
              </a:defRPr>
            </a:lvl2pPr>
            <a:lvl3pPr lvl="2">
              <a:spcBef>
                <a:spcPts val="0"/>
              </a:spcBef>
              <a:spcAft>
                <a:spcPts val="0"/>
              </a:spcAft>
              <a:buClr>
                <a:srgbClr val="12284C"/>
              </a:buClr>
              <a:buSzPts val="3900"/>
              <a:buNone/>
              <a:defRPr sz="3900">
                <a:solidFill>
                  <a:srgbClr val="12284C"/>
                </a:solidFill>
              </a:defRPr>
            </a:lvl3pPr>
            <a:lvl4pPr lvl="3">
              <a:spcBef>
                <a:spcPts val="0"/>
              </a:spcBef>
              <a:spcAft>
                <a:spcPts val="0"/>
              </a:spcAft>
              <a:buClr>
                <a:srgbClr val="12284C"/>
              </a:buClr>
              <a:buSzPts val="3900"/>
              <a:buNone/>
              <a:defRPr sz="3900">
                <a:solidFill>
                  <a:srgbClr val="12284C"/>
                </a:solidFill>
              </a:defRPr>
            </a:lvl4pPr>
            <a:lvl5pPr lvl="4">
              <a:spcBef>
                <a:spcPts val="0"/>
              </a:spcBef>
              <a:spcAft>
                <a:spcPts val="0"/>
              </a:spcAft>
              <a:buClr>
                <a:srgbClr val="12284C"/>
              </a:buClr>
              <a:buSzPts val="3900"/>
              <a:buNone/>
              <a:defRPr sz="3900">
                <a:solidFill>
                  <a:srgbClr val="12284C"/>
                </a:solidFill>
              </a:defRPr>
            </a:lvl5pPr>
            <a:lvl6pPr lvl="5">
              <a:spcBef>
                <a:spcPts val="0"/>
              </a:spcBef>
              <a:spcAft>
                <a:spcPts val="0"/>
              </a:spcAft>
              <a:buClr>
                <a:srgbClr val="12284C"/>
              </a:buClr>
              <a:buSzPts val="3900"/>
              <a:buNone/>
              <a:defRPr sz="3900">
                <a:solidFill>
                  <a:srgbClr val="12284C"/>
                </a:solidFill>
              </a:defRPr>
            </a:lvl6pPr>
            <a:lvl7pPr lvl="6">
              <a:spcBef>
                <a:spcPts val="0"/>
              </a:spcBef>
              <a:spcAft>
                <a:spcPts val="0"/>
              </a:spcAft>
              <a:buClr>
                <a:srgbClr val="12284C"/>
              </a:buClr>
              <a:buSzPts val="3900"/>
              <a:buNone/>
              <a:defRPr sz="3900">
                <a:solidFill>
                  <a:srgbClr val="12284C"/>
                </a:solidFill>
              </a:defRPr>
            </a:lvl7pPr>
            <a:lvl8pPr lvl="7">
              <a:spcBef>
                <a:spcPts val="0"/>
              </a:spcBef>
              <a:spcAft>
                <a:spcPts val="0"/>
              </a:spcAft>
              <a:buClr>
                <a:srgbClr val="12284C"/>
              </a:buClr>
              <a:buSzPts val="3900"/>
              <a:buNone/>
              <a:defRPr sz="3900">
                <a:solidFill>
                  <a:srgbClr val="12284C"/>
                </a:solidFill>
              </a:defRPr>
            </a:lvl8pPr>
            <a:lvl9pPr lvl="8">
              <a:spcBef>
                <a:spcPts val="0"/>
              </a:spcBef>
              <a:spcAft>
                <a:spcPts val="0"/>
              </a:spcAft>
              <a:buClr>
                <a:srgbClr val="12284C"/>
              </a:buClr>
              <a:buSzPts val="3900"/>
              <a:buNone/>
              <a:defRPr sz="3900">
                <a:solidFill>
                  <a:srgbClr val="12284C"/>
                </a:solidFill>
              </a:defRPr>
            </a:lvl9pPr>
          </a:lstStyle>
          <a:p/>
        </p:txBody>
      </p:sp>
      <p:sp>
        <p:nvSpPr>
          <p:cNvPr id="88" name="Google Shape;88;p19"/>
          <p:cNvSpPr txBox="1"/>
          <p:nvPr>
            <p:ph idx="1" type="subTitle"/>
          </p:nvPr>
        </p:nvSpPr>
        <p:spPr>
          <a:xfrm>
            <a:off x="310896" y="1194295"/>
            <a:ext cx="4491900" cy="603600"/>
          </a:xfrm>
          <a:prstGeom prst="rect">
            <a:avLst/>
          </a:prstGeom>
        </p:spPr>
        <p:txBody>
          <a:bodyPr anchorCtr="0" anchor="t" bIns="91425" lIns="91425" spcFirstLastPara="1" rIns="91425" wrap="square" tIns="91425">
            <a:normAutofit/>
          </a:bodyPr>
          <a:lstStyle>
            <a:lvl1pPr lvl="0">
              <a:spcBef>
                <a:spcPts val="0"/>
              </a:spcBef>
              <a:spcAft>
                <a:spcPts val="0"/>
              </a:spcAft>
              <a:buClr>
                <a:srgbClr val="12284C"/>
              </a:buClr>
              <a:buSzPts val="1800"/>
              <a:buNone/>
              <a:defRPr>
                <a:solidFill>
                  <a:srgbClr val="12284C"/>
                </a:solidFill>
              </a:defRPr>
            </a:lvl1pPr>
            <a:lvl2pPr lvl="1">
              <a:spcBef>
                <a:spcPts val="0"/>
              </a:spcBef>
              <a:spcAft>
                <a:spcPts val="0"/>
              </a:spcAft>
              <a:buClr>
                <a:srgbClr val="12284C"/>
              </a:buClr>
              <a:buSzPts val="1400"/>
              <a:buNone/>
              <a:defRPr>
                <a:solidFill>
                  <a:srgbClr val="12284C"/>
                </a:solidFill>
              </a:defRPr>
            </a:lvl2pPr>
            <a:lvl3pPr lvl="2">
              <a:spcBef>
                <a:spcPts val="0"/>
              </a:spcBef>
              <a:spcAft>
                <a:spcPts val="0"/>
              </a:spcAft>
              <a:buClr>
                <a:srgbClr val="12284C"/>
              </a:buClr>
              <a:buSzPts val="1400"/>
              <a:buNone/>
              <a:defRPr>
                <a:solidFill>
                  <a:srgbClr val="12284C"/>
                </a:solidFill>
              </a:defRPr>
            </a:lvl3pPr>
            <a:lvl4pPr lvl="3">
              <a:spcBef>
                <a:spcPts val="0"/>
              </a:spcBef>
              <a:spcAft>
                <a:spcPts val="0"/>
              </a:spcAft>
              <a:buClr>
                <a:srgbClr val="12284C"/>
              </a:buClr>
              <a:buSzPts val="1400"/>
              <a:buNone/>
              <a:defRPr>
                <a:solidFill>
                  <a:srgbClr val="12284C"/>
                </a:solidFill>
              </a:defRPr>
            </a:lvl4pPr>
            <a:lvl5pPr lvl="4">
              <a:spcBef>
                <a:spcPts val="0"/>
              </a:spcBef>
              <a:spcAft>
                <a:spcPts val="0"/>
              </a:spcAft>
              <a:buClr>
                <a:srgbClr val="12284C"/>
              </a:buClr>
              <a:buSzPts val="1400"/>
              <a:buNone/>
              <a:defRPr>
                <a:solidFill>
                  <a:srgbClr val="12284C"/>
                </a:solidFill>
              </a:defRPr>
            </a:lvl5pPr>
            <a:lvl6pPr lvl="5">
              <a:spcBef>
                <a:spcPts val="0"/>
              </a:spcBef>
              <a:spcAft>
                <a:spcPts val="0"/>
              </a:spcAft>
              <a:buClr>
                <a:srgbClr val="12284C"/>
              </a:buClr>
              <a:buSzPts val="1400"/>
              <a:buNone/>
              <a:defRPr>
                <a:solidFill>
                  <a:srgbClr val="12284C"/>
                </a:solidFill>
              </a:defRPr>
            </a:lvl6pPr>
            <a:lvl7pPr lvl="6">
              <a:spcBef>
                <a:spcPts val="0"/>
              </a:spcBef>
              <a:spcAft>
                <a:spcPts val="0"/>
              </a:spcAft>
              <a:buClr>
                <a:srgbClr val="12284C"/>
              </a:buClr>
              <a:buSzPts val="1400"/>
              <a:buNone/>
              <a:defRPr>
                <a:solidFill>
                  <a:srgbClr val="12284C"/>
                </a:solidFill>
              </a:defRPr>
            </a:lvl7pPr>
            <a:lvl8pPr lvl="7">
              <a:spcBef>
                <a:spcPts val="0"/>
              </a:spcBef>
              <a:spcAft>
                <a:spcPts val="0"/>
              </a:spcAft>
              <a:buClr>
                <a:srgbClr val="12284C"/>
              </a:buClr>
              <a:buSzPts val="1400"/>
              <a:buNone/>
              <a:defRPr>
                <a:solidFill>
                  <a:srgbClr val="12284C"/>
                </a:solidFill>
              </a:defRPr>
            </a:lvl8pPr>
            <a:lvl9pPr lvl="8">
              <a:spcBef>
                <a:spcPts val="0"/>
              </a:spcBef>
              <a:spcAft>
                <a:spcPts val="0"/>
              </a:spcAft>
              <a:buClr>
                <a:srgbClr val="12284C"/>
              </a:buClr>
              <a:buSzPts val="1400"/>
              <a:buNone/>
              <a:defRPr>
                <a:solidFill>
                  <a:srgbClr val="12284C"/>
                </a:solidFill>
              </a:defRPr>
            </a:lvl9pPr>
          </a:lstStyle>
          <a:p/>
        </p:txBody>
      </p:sp>
      <p:pic>
        <p:nvPicPr>
          <p:cNvPr id="89" name="Google Shape;89;p19"/>
          <p:cNvPicPr preferRelativeResize="0"/>
          <p:nvPr/>
        </p:nvPicPr>
        <p:blipFill>
          <a:blip r:embed="rId4">
            <a:alphaModFix/>
          </a:blip>
          <a:stretch>
            <a:fillRect/>
          </a:stretch>
        </p:blipFill>
        <p:spPr>
          <a:xfrm>
            <a:off x="8248846" y="4009412"/>
            <a:ext cx="686430" cy="9858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Red">
  <p:cSld name="SECTION_HEADER_1_1">
    <p:bg>
      <p:bgPr>
        <a:blipFill>
          <a:blip r:embed="rId2">
            <a:alphaModFix/>
          </a:blip>
          <a:stretch>
            <a:fillRect/>
          </a:stretch>
        </a:blipFill>
      </p:bgPr>
    </p:bg>
    <p:spTree>
      <p:nvGrpSpPr>
        <p:cNvPr id="90" name="Shape 90"/>
        <p:cNvGrpSpPr/>
        <p:nvPr/>
      </p:nvGrpSpPr>
      <p:grpSpPr>
        <a:xfrm>
          <a:off x="0" y="0"/>
          <a:ext cx="0" cy="0"/>
          <a:chOff x="0" y="0"/>
          <a:chExt cx="0" cy="0"/>
        </a:xfrm>
      </p:grpSpPr>
      <p:sp>
        <p:nvSpPr>
          <p:cNvPr id="91" name="Google Shape;91;p20"/>
          <p:cNvSpPr/>
          <p:nvPr/>
        </p:nvSpPr>
        <p:spPr>
          <a:xfrm>
            <a:off x="0" y="0"/>
            <a:ext cx="9144000" cy="394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92" name="Google Shape;92;p20"/>
          <p:cNvPicPr preferRelativeResize="0"/>
          <p:nvPr/>
        </p:nvPicPr>
        <p:blipFill rotWithShape="1">
          <a:blip r:embed="rId3">
            <a:alphaModFix/>
          </a:blip>
          <a:srcRect b="426" l="23855" r="7260" t="22121"/>
          <a:stretch/>
        </p:blipFill>
        <p:spPr>
          <a:xfrm>
            <a:off x="7457450" y="3861125"/>
            <a:ext cx="1686548" cy="1282375"/>
          </a:xfrm>
          <a:prstGeom prst="rect">
            <a:avLst/>
          </a:prstGeom>
          <a:noFill/>
          <a:ln>
            <a:noFill/>
          </a:ln>
        </p:spPr>
      </p:pic>
      <p:sp>
        <p:nvSpPr>
          <p:cNvPr id="93" name="Google Shape;93;p20"/>
          <p:cNvSpPr/>
          <p:nvPr/>
        </p:nvSpPr>
        <p:spPr>
          <a:xfrm>
            <a:off x="0" y="1194375"/>
            <a:ext cx="7546500" cy="394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4" name="Google Shape;9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5" name="Google Shape;95;p20"/>
          <p:cNvSpPr txBox="1"/>
          <p:nvPr>
            <p:ph type="title"/>
          </p:nvPr>
        </p:nvSpPr>
        <p:spPr>
          <a:xfrm>
            <a:off x="311700" y="534072"/>
            <a:ext cx="8520600" cy="660300"/>
          </a:xfrm>
          <a:prstGeom prst="rect">
            <a:avLst/>
          </a:prstGeom>
        </p:spPr>
        <p:txBody>
          <a:bodyPr anchorCtr="0" anchor="t" bIns="91425" lIns="91425" spcFirstLastPara="1" rIns="91425" wrap="square" tIns="91425">
            <a:normAutofit/>
          </a:bodyPr>
          <a:lstStyle>
            <a:lvl1pPr lvl="0">
              <a:spcBef>
                <a:spcPts val="0"/>
              </a:spcBef>
              <a:spcAft>
                <a:spcPts val="0"/>
              </a:spcAft>
              <a:buClr>
                <a:srgbClr val="12284C"/>
              </a:buClr>
              <a:buSzPts val="3900"/>
              <a:buNone/>
              <a:defRPr sz="3900">
                <a:solidFill>
                  <a:srgbClr val="12284C"/>
                </a:solidFill>
              </a:defRPr>
            </a:lvl1pPr>
            <a:lvl2pPr lvl="1">
              <a:spcBef>
                <a:spcPts val="0"/>
              </a:spcBef>
              <a:spcAft>
                <a:spcPts val="0"/>
              </a:spcAft>
              <a:buClr>
                <a:srgbClr val="12284C"/>
              </a:buClr>
              <a:buSzPts val="3900"/>
              <a:buNone/>
              <a:defRPr sz="3900">
                <a:solidFill>
                  <a:srgbClr val="12284C"/>
                </a:solidFill>
              </a:defRPr>
            </a:lvl2pPr>
            <a:lvl3pPr lvl="2">
              <a:spcBef>
                <a:spcPts val="0"/>
              </a:spcBef>
              <a:spcAft>
                <a:spcPts val="0"/>
              </a:spcAft>
              <a:buClr>
                <a:srgbClr val="12284C"/>
              </a:buClr>
              <a:buSzPts val="3900"/>
              <a:buNone/>
              <a:defRPr sz="3900">
                <a:solidFill>
                  <a:srgbClr val="12284C"/>
                </a:solidFill>
              </a:defRPr>
            </a:lvl3pPr>
            <a:lvl4pPr lvl="3">
              <a:spcBef>
                <a:spcPts val="0"/>
              </a:spcBef>
              <a:spcAft>
                <a:spcPts val="0"/>
              </a:spcAft>
              <a:buClr>
                <a:srgbClr val="12284C"/>
              </a:buClr>
              <a:buSzPts val="3900"/>
              <a:buNone/>
              <a:defRPr sz="3900">
                <a:solidFill>
                  <a:srgbClr val="12284C"/>
                </a:solidFill>
              </a:defRPr>
            </a:lvl4pPr>
            <a:lvl5pPr lvl="4">
              <a:spcBef>
                <a:spcPts val="0"/>
              </a:spcBef>
              <a:spcAft>
                <a:spcPts val="0"/>
              </a:spcAft>
              <a:buClr>
                <a:srgbClr val="12284C"/>
              </a:buClr>
              <a:buSzPts val="3900"/>
              <a:buNone/>
              <a:defRPr sz="3900">
                <a:solidFill>
                  <a:srgbClr val="12284C"/>
                </a:solidFill>
              </a:defRPr>
            </a:lvl5pPr>
            <a:lvl6pPr lvl="5">
              <a:spcBef>
                <a:spcPts val="0"/>
              </a:spcBef>
              <a:spcAft>
                <a:spcPts val="0"/>
              </a:spcAft>
              <a:buClr>
                <a:srgbClr val="12284C"/>
              </a:buClr>
              <a:buSzPts val="3900"/>
              <a:buNone/>
              <a:defRPr sz="3900">
                <a:solidFill>
                  <a:srgbClr val="12284C"/>
                </a:solidFill>
              </a:defRPr>
            </a:lvl6pPr>
            <a:lvl7pPr lvl="6">
              <a:spcBef>
                <a:spcPts val="0"/>
              </a:spcBef>
              <a:spcAft>
                <a:spcPts val="0"/>
              </a:spcAft>
              <a:buClr>
                <a:srgbClr val="12284C"/>
              </a:buClr>
              <a:buSzPts val="3900"/>
              <a:buNone/>
              <a:defRPr sz="3900">
                <a:solidFill>
                  <a:srgbClr val="12284C"/>
                </a:solidFill>
              </a:defRPr>
            </a:lvl7pPr>
            <a:lvl8pPr lvl="7">
              <a:spcBef>
                <a:spcPts val="0"/>
              </a:spcBef>
              <a:spcAft>
                <a:spcPts val="0"/>
              </a:spcAft>
              <a:buClr>
                <a:srgbClr val="12284C"/>
              </a:buClr>
              <a:buSzPts val="3900"/>
              <a:buNone/>
              <a:defRPr sz="3900">
                <a:solidFill>
                  <a:srgbClr val="12284C"/>
                </a:solidFill>
              </a:defRPr>
            </a:lvl8pPr>
            <a:lvl9pPr lvl="8">
              <a:spcBef>
                <a:spcPts val="0"/>
              </a:spcBef>
              <a:spcAft>
                <a:spcPts val="0"/>
              </a:spcAft>
              <a:buClr>
                <a:srgbClr val="12284C"/>
              </a:buClr>
              <a:buSzPts val="3900"/>
              <a:buNone/>
              <a:defRPr sz="3900">
                <a:solidFill>
                  <a:srgbClr val="12284C"/>
                </a:solidFill>
              </a:defRPr>
            </a:lvl9pPr>
          </a:lstStyle>
          <a:p/>
        </p:txBody>
      </p:sp>
      <p:sp>
        <p:nvSpPr>
          <p:cNvPr id="96" name="Google Shape;96;p20"/>
          <p:cNvSpPr txBox="1"/>
          <p:nvPr>
            <p:ph idx="1" type="subTitle"/>
          </p:nvPr>
        </p:nvSpPr>
        <p:spPr>
          <a:xfrm>
            <a:off x="310896" y="1194295"/>
            <a:ext cx="4491900" cy="603600"/>
          </a:xfrm>
          <a:prstGeom prst="rect">
            <a:avLst/>
          </a:prstGeom>
        </p:spPr>
        <p:txBody>
          <a:bodyPr anchorCtr="0" anchor="t" bIns="91425" lIns="91425" spcFirstLastPara="1" rIns="91425" wrap="square" tIns="91425">
            <a:normAutofit/>
          </a:bodyPr>
          <a:lstStyle>
            <a:lvl1pPr lvl="0">
              <a:spcBef>
                <a:spcPts val="0"/>
              </a:spcBef>
              <a:spcAft>
                <a:spcPts val="0"/>
              </a:spcAft>
              <a:buClr>
                <a:srgbClr val="12284C"/>
              </a:buClr>
              <a:buSzPts val="1800"/>
              <a:buNone/>
              <a:defRPr>
                <a:solidFill>
                  <a:srgbClr val="12284C"/>
                </a:solidFill>
              </a:defRPr>
            </a:lvl1pPr>
            <a:lvl2pPr lvl="1">
              <a:spcBef>
                <a:spcPts val="0"/>
              </a:spcBef>
              <a:spcAft>
                <a:spcPts val="0"/>
              </a:spcAft>
              <a:buClr>
                <a:srgbClr val="12284C"/>
              </a:buClr>
              <a:buSzPts val="1400"/>
              <a:buNone/>
              <a:defRPr>
                <a:solidFill>
                  <a:srgbClr val="12284C"/>
                </a:solidFill>
              </a:defRPr>
            </a:lvl2pPr>
            <a:lvl3pPr lvl="2">
              <a:spcBef>
                <a:spcPts val="0"/>
              </a:spcBef>
              <a:spcAft>
                <a:spcPts val="0"/>
              </a:spcAft>
              <a:buClr>
                <a:srgbClr val="12284C"/>
              </a:buClr>
              <a:buSzPts val="1400"/>
              <a:buNone/>
              <a:defRPr>
                <a:solidFill>
                  <a:srgbClr val="12284C"/>
                </a:solidFill>
              </a:defRPr>
            </a:lvl3pPr>
            <a:lvl4pPr lvl="3">
              <a:spcBef>
                <a:spcPts val="0"/>
              </a:spcBef>
              <a:spcAft>
                <a:spcPts val="0"/>
              </a:spcAft>
              <a:buClr>
                <a:srgbClr val="12284C"/>
              </a:buClr>
              <a:buSzPts val="1400"/>
              <a:buNone/>
              <a:defRPr>
                <a:solidFill>
                  <a:srgbClr val="12284C"/>
                </a:solidFill>
              </a:defRPr>
            </a:lvl4pPr>
            <a:lvl5pPr lvl="4">
              <a:spcBef>
                <a:spcPts val="0"/>
              </a:spcBef>
              <a:spcAft>
                <a:spcPts val="0"/>
              </a:spcAft>
              <a:buClr>
                <a:srgbClr val="12284C"/>
              </a:buClr>
              <a:buSzPts val="1400"/>
              <a:buNone/>
              <a:defRPr>
                <a:solidFill>
                  <a:srgbClr val="12284C"/>
                </a:solidFill>
              </a:defRPr>
            </a:lvl5pPr>
            <a:lvl6pPr lvl="5">
              <a:spcBef>
                <a:spcPts val="0"/>
              </a:spcBef>
              <a:spcAft>
                <a:spcPts val="0"/>
              </a:spcAft>
              <a:buClr>
                <a:srgbClr val="12284C"/>
              </a:buClr>
              <a:buSzPts val="1400"/>
              <a:buNone/>
              <a:defRPr>
                <a:solidFill>
                  <a:srgbClr val="12284C"/>
                </a:solidFill>
              </a:defRPr>
            </a:lvl6pPr>
            <a:lvl7pPr lvl="6">
              <a:spcBef>
                <a:spcPts val="0"/>
              </a:spcBef>
              <a:spcAft>
                <a:spcPts val="0"/>
              </a:spcAft>
              <a:buClr>
                <a:srgbClr val="12284C"/>
              </a:buClr>
              <a:buSzPts val="1400"/>
              <a:buNone/>
              <a:defRPr>
                <a:solidFill>
                  <a:srgbClr val="12284C"/>
                </a:solidFill>
              </a:defRPr>
            </a:lvl7pPr>
            <a:lvl8pPr lvl="7">
              <a:spcBef>
                <a:spcPts val="0"/>
              </a:spcBef>
              <a:spcAft>
                <a:spcPts val="0"/>
              </a:spcAft>
              <a:buClr>
                <a:srgbClr val="12284C"/>
              </a:buClr>
              <a:buSzPts val="1400"/>
              <a:buNone/>
              <a:defRPr>
                <a:solidFill>
                  <a:srgbClr val="12284C"/>
                </a:solidFill>
              </a:defRPr>
            </a:lvl8pPr>
            <a:lvl9pPr lvl="8">
              <a:spcBef>
                <a:spcPts val="0"/>
              </a:spcBef>
              <a:spcAft>
                <a:spcPts val="0"/>
              </a:spcAft>
              <a:buClr>
                <a:srgbClr val="12284C"/>
              </a:buClr>
              <a:buSzPts val="1400"/>
              <a:buNone/>
              <a:defRPr>
                <a:solidFill>
                  <a:srgbClr val="12284C"/>
                </a:solidFill>
              </a:defRPr>
            </a:lvl9pPr>
          </a:lstStyle>
          <a:p/>
        </p:txBody>
      </p:sp>
      <p:pic>
        <p:nvPicPr>
          <p:cNvPr id="97" name="Google Shape;97;p20"/>
          <p:cNvPicPr preferRelativeResize="0"/>
          <p:nvPr/>
        </p:nvPicPr>
        <p:blipFill>
          <a:blip r:embed="rId4">
            <a:alphaModFix/>
          </a:blip>
          <a:stretch>
            <a:fillRect/>
          </a:stretch>
        </p:blipFill>
        <p:spPr>
          <a:xfrm>
            <a:off x="8248846" y="4009412"/>
            <a:ext cx="686430" cy="9858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body - Blue" type="tx">
  <p:cSld name="TITLE_AND_BODY">
    <p:bg>
      <p:bgPr>
        <a:blipFill>
          <a:blip r:embed="rId2">
            <a:alphaModFix/>
          </a:blip>
          <a:stretch>
            <a:fillRect/>
          </a:stretch>
        </a:blipFill>
      </p:bgPr>
    </p:bg>
    <p:spTree>
      <p:nvGrpSpPr>
        <p:cNvPr id="98" name="Shape 98"/>
        <p:cNvGrpSpPr/>
        <p:nvPr/>
      </p:nvGrpSpPr>
      <p:grpSpPr>
        <a:xfrm>
          <a:off x="0" y="0"/>
          <a:ext cx="0" cy="0"/>
          <a:chOff x="0" y="0"/>
          <a:chExt cx="0" cy="0"/>
        </a:xfrm>
      </p:grpSpPr>
      <p:sp>
        <p:nvSpPr>
          <p:cNvPr id="99" name="Google Shape;99;p21"/>
          <p:cNvSpPr/>
          <p:nvPr/>
        </p:nvSpPr>
        <p:spPr>
          <a:xfrm>
            <a:off x="27950" y="-10150"/>
            <a:ext cx="7362900" cy="515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0" name="Google Shape;100;p21"/>
          <p:cNvSpPr txBox="1"/>
          <p:nvPr>
            <p:ph idx="1" type="body"/>
          </p:nvPr>
        </p:nvSpPr>
        <p:spPr>
          <a:xfrm>
            <a:off x="311700" y="1152475"/>
            <a:ext cx="4261800" cy="34164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02" name="Google Shape;102;p21"/>
          <p:cNvPicPr preferRelativeResize="0"/>
          <p:nvPr/>
        </p:nvPicPr>
        <p:blipFill rotWithShape="1">
          <a:blip r:embed="rId3">
            <a:alphaModFix/>
          </a:blip>
          <a:srcRect b="0" l="0" r="60427" t="38363"/>
          <a:stretch/>
        </p:blipFill>
        <p:spPr>
          <a:xfrm>
            <a:off x="7622475" y="3906525"/>
            <a:ext cx="1521526" cy="1236975"/>
          </a:xfrm>
          <a:prstGeom prst="rect">
            <a:avLst/>
          </a:prstGeom>
          <a:noFill/>
          <a:ln>
            <a:noFill/>
          </a:ln>
        </p:spPr>
      </p:pic>
      <p:pic>
        <p:nvPicPr>
          <p:cNvPr id="103" name="Google Shape;103;p21"/>
          <p:cNvPicPr preferRelativeResize="0"/>
          <p:nvPr/>
        </p:nvPicPr>
        <p:blipFill>
          <a:blip r:embed="rId4">
            <a:alphaModFix/>
          </a:blip>
          <a:stretch>
            <a:fillRect/>
          </a:stretch>
        </p:blipFill>
        <p:spPr>
          <a:xfrm>
            <a:off x="8252200" y="4079073"/>
            <a:ext cx="655451" cy="917356"/>
          </a:xfrm>
          <a:prstGeom prst="rect">
            <a:avLst/>
          </a:prstGeom>
          <a:noFill/>
          <a:ln>
            <a:noFill/>
          </a:ln>
        </p:spPr>
      </p:pic>
      <p:sp>
        <p:nvSpPr>
          <p:cNvPr id="104" name="Google Shape;104;p21"/>
          <p:cNvSpPr/>
          <p:nvPr>
            <p:ph idx="2" type="pic"/>
          </p:nvPr>
        </p:nvSpPr>
        <p:spPr>
          <a:xfrm>
            <a:off x="5910650" y="445025"/>
            <a:ext cx="2944200" cy="3565800"/>
          </a:xfrm>
          <a:prstGeom prst="roundRect">
            <a:avLst>
              <a:gd fmla="val 2487" name="adj"/>
            </a:avLst>
          </a:prstGeom>
          <a:noFill/>
          <a:ln>
            <a:noFill/>
          </a:ln>
        </p:spPr>
      </p:sp>
      <p:sp>
        <p:nvSpPr>
          <p:cNvPr id="105" name="Google Shape;105;p21"/>
          <p:cNvSpPr txBox="1"/>
          <p:nvPr>
            <p:ph type="title"/>
          </p:nvPr>
        </p:nvSpPr>
        <p:spPr>
          <a:xfrm>
            <a:off x="311700" y="445025"/>
            <a:ext cx="52773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3D85C6"/>
              </a:buClr>
              <a:buSzPts val="2300"/>
              <a:buNone/>
              <a:defRPr sz="2300">
                <a:solidFill>
                  <a:srgbClr val="3D85C6"/>
                </a:solidFill>
              </a:defRPr>
            </a:lvl1pPr>
            <a:lvl2pPr lvl="1">
              <a:spcBef>
                <a:spcPts val="0"/>
              </a:spcBef>
              <a:spcAft>
                <a:spcPts val="0"/>
              </a:spcAft>
              <a:buClr>
                <a:srgbClr val="3D85C6"/>
              </a:buClr>
              <a:buSzPts val="2100"/>
              <a:buNone/>
              <a:defRPr sz="2100">
                <a:solidFill>
                  <a:srgbClr val="3D85C6"/>
                </a:solidFill>
              </a:defRPr>
            </a:lvl2pPr>
            <a:lvl3pPr lvl="2">
              <a:spcBef>
                <a:spcPts val="0"/>
              </a:spcBef>
              <a:spcAft>
                <a:spcPts val="0"/>
              </a:spcAft>
              <a:buClr>
                <a:srgbClr val="3D85C6"/>
              </a:buClr>
              <a:buSzPts val="2100"/>
              <a:buNone/>
              <a:defRPr sz="2100">
                <a:solidFill>
                  <a:srgbClr val="3D85C6"/>
                </a:solidFill>
              </a:defRPr>
            </a:lvl3pPr>
            <a:lvl4pPr lvl="3">
              <a:spcBef>
                <a:spcPts val="0"/>
              </a:spcBef>
              <a:spcAft>
                <a:spcPts val="0"/>
              </a:spcAft>
              <a:buClr>
                <a:srgbClr val="3D85C6"/>
              </a:buClr>
              <a:buSzPts val="2100"/>
              <a:buNone/>
              <a:defRPr sz="2100">
                <a:solidFill>
                  <a:srgbClr val="3D85C6"/>
                </a:solidFill>
              </a:defRPr>
            </a:lvl4pPr>
            <a:lvl5pPr lvl="4">
              <a:spcBef>
                <a:spcPts val="0"/>
              </a:spcBef>
              <a:spcAft>
                <a:spcPts val="0"/>
              </a:spcAft>
              <a:buClr>
                <a:srgbClr val="3D85C6"/>
              </a:buClr>
              <a:buSzPts val="2100"/>
              <a:buNone/>
              <a:defRPr sz="2100">
                <a:solidFill>
                  <a:srgbClr val="3D85C6"/>
                </a:solidFill>
              </a:defRPr>
            </a:lvl5pPr>
            <a:lvl6pPr lvl="5">
              <a:spcBef>
                <a:spcPts val="0"/>
              </a:spcBef>
              <a:spcAft>
                <a:spcPts val="0"/>
              </a:spcAft>
              <a:buClr>
                <a:srgbClr val="3D85C6"/>
              </a:buClr>
              <a:buSzPts val="2100"/>
              <a:buNone/>
              <a:defRPr sz="2100">
                <a:solidFill>
                  <a:srgbClr val="3D85C6"/>
                </a:solidFill>
              </a:defRPr>
            </a:lvl6pPr>
            <a:lvl7pPr lvl="6">
              <a:spcBef>
                <a:spcPts val="0"/>
              </a:spcBef>
              <a:spcAft>
                <a:spcPts val="0"/>
              </a:spcAft>
              <a:buClr>
                <a:srgbClr val="3D85C6"/>
              </a:buClr>
              <a:buSzPts val="2100"/>
              <a:buNone/>
              <a:defRPr sz="2100">
                <a:solidFill>
                  <a:srgbClr val="3D85C6"/>
                </a:solidFill>
              </a:defRPr>
            </a:lvl7pPr>
            <a:lvl8pPr lvl="7">
              <a:spcBef>
                <a:spcPts val="0"/>
              </a:spcBef>
              <a:spcAft>
                <a:spcPts val="0"/>
              </a:spcAft>
              <a:buClr>
                <a:srgbClr val="3D85C6"/>
              </a:buClr>
              <a:buSzPts val="2100"/>
              <a:buNone/>
              <a:defRPr sz="2100">
                <a:solidFill>
                  <a:srgbClr val="3D85C6"/>
                </a:solidFill>
              </a:defRPr>
            </a:lvl8pPr>
            <a:lvl9pPr lvl="8">
              <a:spcBef>
                <a:spcPts val="0"/>
              </a:spcBef>
              <a:spcAft>
                <a:spcPts val="0"/>
              </a:spcAft>
              <a:buClr>
                <a:srgbClr val="3D85C6"/>
              </a:buClr>
              <a:buSzPts val="2100"/>
              <a:buNone/>
              <a:defRPr sz="2100">
                <a:solidFill>
                  <a:srgbClr val="3D85C6"/>
                </a:solidFill>
              </a:defRPr>
            </a:lvl9pPr>
          </a:lstStyle>
          <a:p/>
        </p:txBody>
      </p:sp>
      <p:sp>
        <p:nvSpPr>
          <p:cNvPr id="106" name="Google Shape;106;p21"/>
          <p:cNvSpPr txBox="1"/>
          <p:nvPr>
            <p:ph idx="3" type="body"/>
          </p:nvPr>
        </p:nvSpPr>
        <p:spPr>
          <a:xfrm>
            <a:off x="311700" y="1152475"/>
            <a:ext cx="5277300" cy="34164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body - Green">
  <p:cSld name="TITLE_AND_BODY_1">
    <p:bg>
      <p:bgPr>
        <a:blipFill>
          <a:blip r:embed="rId2">
            <a:alphaModFix/>
          </a:blip>
          <a:stretch>
            <a:fillRect/>
          </a:stretch>
        </a:blipFill>
      </p:bgPr>
    </p:bg>
    <p:spTree>
      <p:nvGrpSpPr>
        <p:cNvPr id="107" name="Shape 107"/>
        <p:cNvGrpSpPr/>
        <p:nvPr/>
      </p:nvGrpSpPr>
      <p:grpSpPr>
        <a:xfrm>
          <a:off x="0" y="0"/>
          <a:ext cx="0" cy="0"/>
          <a:chOff x="0" y="0"/>
          <a:chExt cx="0" cy="0"/>
        </a:xfrm>
      </p:grpSpPr>
      <p:sp>
        <p:nvSpPr>
          <p:cNvPr id="108" name="Google Shape;108;p22"/>
          <p:cNvSpPr/>
          <p:nvPr/>
        </p:nvSpPr>
        <p:spPr>
          <a:xfrm>
            <a:off x="27950" y="-10150"/>
            <a:ext cx="7362900" cy="515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9" name="Google Shape;109;p22"/>
          <p:cNvSpPr txBox="1"/>
          <p:nvPr>
            <p:ph type="title"/>
          </p:nvPr>
        </p:nvSpPr>
        <p:spPr>
          <a:xfrm>
            <a:off x="311700" y="445025"/>
            <a:ext cx="52773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6AA84F"/>
              </a:buClr>
              <a:buSzPts val="2300"/>
              <a:buNone/>
              <a:defRPr sz="2300">
                <a:solidFill>
                  <a:srgbClr val="6AA84F"/>
                </a:solidFill>
              </a:defRPr>
            </a:lvl1pPr>
            <a:lvl2pPr lvl="1">
              <a:spcBef>
                <a:spcPts val="0"/>
              </a:spcBef>
              <a:spcAft>
                <a:spcPts val="0"/>
              </a:spcAft>
              <a:buClr>
                <a:srgbClr val="6AA84F"/>
              </a:buClr>
              <a:buSzPts val="1800"/>
              <a:buNone/>
              <a:defRPr sz="1800">
                <a:solidFill>
                  <a:srgbClr val="6AA84F"/>
                </a:solidFill>
              </a:defRPr>
            </a:lvl2pPr>
            <a:lvl3pPr lvl="2">
              <a:spcBef>
                <a:spcPts val="0"/>
              </a:spcBef>
              <a:spcAft>
                <a:spcPts val="0"/>
              </a:spcAft>
              <a:buClr>
                <a:srgbClr val="6AA84F"/>
              </a:buClr>
              <a:buSzPts val="1800"/>
              <a:buNone/>
              <a:defRPr sz="1800">
                <a:solidFill>
                  <a:srgbClr val="6AA84F"/>
                </a:solidFill>
              </a:defRPr>
            </a:lvl3pPr>
            <a:lvl4pPr lvl="3">
              <a:spcBef>
                <a:spcPts val="0"/>
              </a:spcBef>
              <a:spcAft>
                <a:spcPts val="0"/>
              </a:spcAft>
              <a:buClr>
                <a:srgbClr val="6AA84F"/>
              </a:buClr>
              <a:buSzPts val="1800"/>
              <a:buNone/>
              <a:defRPr sz="1800">
                <a:solidFill>
                  <a:srgbClr val="6AA84F"/>
                </a:solidFill>
              </a:defRPr>
            </a:lvl4pPr>
            <a:lvl5pPr lvl="4">
              <a:spcBef>
                <a:spcPts val="0"/>
              </a:spcBef>
              <a:spcAft>
                <a:spcPts val="0"/>
              </a:spcAft>
              <a:buClr>
                <a:srgbClr val="6AA84F"/>
              </a:buClr>
              <a:buSzPts val="1800"/>
              <a:buNone/>
              <a:defRPr sz="1800">
                <a:solidFill>
                  <a:srgbClr val="6AA84F"/>
                </a:solidFill>
              </a:defRPr>
            </a:lvl5pPr>
            <a:lvl6pPr lvl="5">
              <a:spcBef>
                <a:spcPts val="0"/>
              </a:spcBef>
              <a:spcAft>
                <a:spcPts val="0"/>
              </a:spcAft>
              <a:buClr>
                <a:srgbClr val="6AA84F"/>
              </a:buClr>
              <a:buSzPts val="1800"/>
              <a:buNone/>
              <a:defRPr sz="1800">
                <a:solidFill>
                  <a:srgbClr val="6AA84F"/>
                </a:solidFill>
              </a:defRPr>
            </a:lvl6pPr>
            <a:lvl7pPr lvl="6">
              <a:spcBef>
                <a:spcPts val="0"/>
              </a:spcBef>
              <a:spcAft>
                <a:spcPts val="0"/>
              </a:spcAft>
              <a:buClr>
                <a:srgbClr val="6AA84F"/>
              </a:buClr>
              <a:buSzPts val="1800"/>
              <a:buNone/>
              <a:defRPr sz="1800">
                <a:solidFill>
                  <a:srgbClr val="6AA84F"/>
                </a:solidFill>
              </a:defRPr>
            </a:lvl7pPr>
            <a:lvl8pPr lvl="7">
              <a:spcBef>
                <a:spcPts val="0"/>
              </a:spcBef>
              <a:spcAft>
                <a:spcPts val="0"/>
              </a:spcAft>
              <a:buClr>
                <a:srgbClr val="6AA84F"/>
              </a:buClr>
              <a:buSzPts val="1800"/>
              <a:buNone/>
              <a:defRPr sz="1800">
                <a:solidFill>
                  <a:srgbClr val="6AA84F"/>
                </a:solidFill>
              </a:defRPr>
            </a:lvl8pPr>
            <a:lvl9pPr lvl="8">
              <a:spcBef>
                <a:spcPts val="0"/>
              </a:spcBef>
              <a:spcAft>
                <a:spcPts val="0"/>
              </a:spcAft>
              <a:buClr>
                <a:srgbClr val="6AA84F"/>
              </a:buClr>
              <a:buSzPts val="1800"/>
              <a:buNone/>
              <a:defRPr sz="1800">
                <a:solidFill>
                  <a:srgbClr val="6AA84F"/>
                </a:solidFill>
              </a:defRPr>
            </a:lvl9pPr>
          </a:lstStyle>
          <a:p/>
        </p:txBody>
      </p:sp>
      <p:sp>
        <p:nvSpPr>
          <p:cNvPr id="110" name="Google Shape;110;p22"/>
          <p:cNvSpPr txBox="1"/>
          <p:nvPr>
            <p:ph idx="1" type="body"/>
          </p:nvPr>
        </p:nvSpPr>
        <p:spPr>
          <a:xfrm>
            <a:off x="311700" y="1152475"/>
            <a:ext cx="4261800" cy="34164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11" name="Google Shape;11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2"/>
          <p:cNvPicPr preferRelativeResize="0"/>
          <p:nvPr/>
        </p:nvPicPr>
        <p:blipFill rotWithShape="1">
          <a:blip r:embed="rId3">
            <a:alphaModFix/>
          </a:blip>
          <a:srcRect b="0" l="0" r="60427" t="38363"/>
          <a:stretch/>
        </p:blipFill>
        <p:spPr>
          <a:xfrm>
            <a:off x="7622475" y="3906525"/>
            <a:ext cx="1521526" cy="1236975"/>
          </a:xfrm>
          <a:prstGeom prst="rect">
            <a:avLst/>
          </a:prstGeom>
          <a:noFill/>
          <a:ln>
            <a:noFill/>
          </a:ln>
        </p:spPr>
      </p:pic>
      <p:pic>
        <p:nvPicPr>
          <p:cNvPr id="113" name="Google Shape;113;p22"/>
          <p:cNvPicPr preferRelativeResize="0"/>
          <p:nvPr/>
        </p:nvPicPr>
        <p:blipFill>
          <a:blip r:embed="rId4">
            <a:alphaModFix/>
          </a:blip>
          <a:stretch>
            <a:fillRect/>
          </a:stretch>
        </p:blipFill>
        <p:spPr>
          <a:xfrm>
            <a:off x="8252200" y="4079073"/>
            <a:ext cx="655451" cy="917356"/>
          </a:xfrm>
          <a:prstGeom prst="rect">
            <a:avLst/>
          </a:prstGeom>
          <a:noFill/>
          <a:ln>
            <a:noFill/>
          </a:ln>
        </p:spPr>
      </p:pic>
      <p:sp>
        <p:nvSpPr>
          <p:cNvPr id="114" name="Google Shape;114;p22"/>
          <p:cNvSpPr/>
          <p:nvPr>
            <p:ph idx="2" type="pic"/>
          </p:nvPr>
        </p:nvSpPr>
        <p:spPr>
          <a:xfrm>
            <a:off x="5910650" y="445025"/>
            <a:ext cx="2944200" cy="3565800"/>
          </a:xfrm>
          <a:prstGeom prst="roundRect">
            <a:avLst>
              <a:gd fmla="val 2487" name="adj"/>
            </a:avLst>
          </a:prstGeom>
          <a:noFill/>
          <a:ln>
            <a:noFill/>
          </a:ln>
        </p:spPr>
      </p:sp>
      <p:sp>
        <p:nvSpPr>
          <p:cNvPr id="115" name="Google Shape;115;p22"/>
          <p:cNvSpPr txBox="1"/>
          <p:nvPr>
            <p:ph idx="3" type="body"/>
          </p:nvPr>
        </p:nvSpPr>
        <p:spPr>
          <a:xfrm>
            <a:off x="311700" y="1152475"/>
            <a:ext cx="5277300" cy="34164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body - Red">
  <p:cSld name="TITLE_AND_BODY_1_1">
    <p:bg>
      <p:bgPr>
        <a:blipFill>
          <a:blip r:embed="rId2">
            <a:alphaModFix/>
          </a:blip>
          <a:stretch>
            <a:fillRect/>
          </a:stretch>
        </a:blipFill>
      </p:bgPr>
    </p:bg>
    <p:spTree>
      <p:nvGrpSpPr>
        <p:cNvPr id="116" name="Shape 116"/>
        <p:cNvGrpSpPr/>
        <p:nvPr/>
      </p:nvGrpSpPr>
      <p:grpSpPr>
        <a:xfrm>
          <a:off x="0" y="0"/>
          <a:ext cx="0" cy="0"/>
          <a:chOff x="0" y="0"/>
          <a:chExt cx="0" cy="0"/>
        </a:xfrm>
      </p:grpSpPr>
      <p:sp>
        <p:nvSpPr>
          <p:cNvPr id="117" name="Google Shape;117;p23"/>
          <p:cNvSpPr txBox="1"/>
          <p:nvPr>
            <p:ph idx="1" type="body"/>
          </p:nvPr>
        </p:nvSpPr>
        <p:spPr>
          <a:xfrm>
            <a:off x="311700" y="1152475"/>
            <a:ext cx="4261800" cy="34164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18" name="Google Shape;11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19" name="Google Shape;119;p23"/>
          <p:cNvPicPr preferRelativeResize="0"/>
          <p:nvPr/>
        </p:nvPicPr>
        <p:blipFill rotWithShape="1">
          <a:blip r:embed="rId3">
            <a:alphaModFix/>
          </a:blip>
          <a:srcRect b="0" l="0" r="60427" t="38363"/>
          <a:stretch/>
        </p:blipFill>
        <p:spPr>
          <a:xfrm>
            <a:off x="7622475" y="3906525"/>
            <a:ext cx="1521526" cy="1236975"/>
          </a:xfrm>
          <a:prstGeom prst="rect">
            <a:avLst/>
          </a:prstGeom>
          <a:noFill/>
          <a:ln>
            <a:noFill/>
          </a:ln>
        </p:spPr>
      </p:pic>
      <p:pic>
        <p:nvPicPr>
          <p:cNvPr id="120" name="Google Shape;120;p23"/>
          <p:cNvPicPr preferRelativeResize="0"/>
          <p:nvPr/>
        </p:nvPicPr>
        <p:blipFill>
          <a:blip r:embed="rId4">
            <a:alphaModFix/>
          </a:blip>
          <a:stretch>
            <a:fillRect/>
          </a:stretch>
        </p:blipFill>
        <p:spPr>
          <a:xfrm>
            <a:off x="8252200" y="4079073"/>
            <a:ext cx="655451" cy="917356"/>
          </a:xfrm>
          <a:prstGeom prst="rect">
            <a:avLst/>
          </a:prstGeom>
          <a:noFill/>
          <a:ln>
            <a:noFill/>
          </a:ln>
        </p:spPr>
      </p:pic>
      <p:sp>
        <p:nvSpPr>
          <p:cNvPr id="121" name="Google Shape;121;p23"/>
          <p:cNvSpPr/>
          <p:nvPr/>
        </p:nvSpPr>
        <p:spPr>
          <a:xfrm>
            <a:off x="27950" y="-10150"/>
            <a:ext cx="7362900" cy="515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22" name="Google Shape;122;p23"/>
          <p:cNvSpPr/>
          <p:nvPr>
            <p:ph idx="2" type="pic"/>
          </p:nvPr>
        </p:nvSpPr>
        <p:spPr>
          <a:xfrm>
            <a:off x="5910650" y="445025"/>
            <a:ext cx="2944200" cy="3565800"/>
          </a:xfrm>
          <a:prstGeom prst="roundRect">
            <a:avLst>
              <a:gd fmla="val 2487" name="adj"/>
            </a:avLst>
          </a:prstGeom>
          <a:noFill/>
          <a:ln>
            <a:noFill/>
          </a:ln>
        </p:spPr>
      </p:sp>
      <p:sp>
        <p:nvSpPr>
          <p:cNvPr id="123" name="Google Shape;123;p23"/>
          <p:cNvSpPr txBox="1"/>
          <p:nvPr>
            <p:ph idx="3" type="body"/>
          </p:nvPr>
        </p:nvSpPr>
        <p:spPr>
          <a:xfrm>
            <a:off x="311700" y="1152475"/>
            <a:ext cx="5277300" cy="34164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24" name="Google Shape;124;p23"/>
          <p:cNvSpPr txBox="1"/>
          <p:nvPr>
            <p:ph type="title"/>
          </p:nvPr>
        </p:nvSpPr>
        <p:spPr>
          <a:xfrm>
            <a:off x="311700" y="445025"/>
            <a:ext cx="52773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E84040"/>
              </a:buClr>
              <a:buSzPts val="2300"/>
              <a:buNone/>
              <a:defRPr sz="2300">
                <a:solidFill>
                  <a:srgbClr val="E84040"/>
                </a:solidFill>
              </a:defRPr>
            </a:lvl1pPr>
            <a:lvl2pPr lvl="1">
              <a:spcBef>
                <a:spcPts val="0"/>
              </a:spcBef>
              <a:spcAft>
                <a:spcPts val="0"/>
              </a:spcAft>
              <a:buClr>
                <a:srgbClr val="E84040"/>
              </a:buClr>
              <a:buSzPts val="1800"/>
              <a:buNone/>
              <a:defRPr sz="1800">
                <a:solidFill>
                  <a:srgbClr val="E84040"/>
                </a:solidFill>
              </a:defRPr>
            </a:lvl2pPr>
            <a:lvl3pPr lvl="2">
              <a:spcBef>
                <a:spcPts val="0"/>
              </a:spcBef>
              <a:spcAft>
                <a:spcPts val="0"/>
              </a:spcAft>
              <a:buClr>
                <a:srgbClr val="E84040"/>
              </a:buClr>
              <a:buSzPts val="1800"/>
              <a:buNone/>
              <a:defRPr sz="1800">
                <a:solidFill>
                  <a:srgbClr val="E84040"/>
                </a:solidFill>
              </a:defRPr>
            </a:lvl3pPr>
            <a:lvl4pPr lvl="3">
              <a:spcBef>
                <a:spcPts val="0"/>
              </a:spcBef>
              <a:spcAft>
                <a:spcPts val="0"/>
              </a:spcAft>
              <a:buClr>
                <a:srgbClr val="E84040"/>
              </a:buClr>
              <a:buSzPts val="1800"/>
              <a:buNone/>
              <a:defRPr sz="1800">
                <a:solidFill>
                  <a:srgbClr val="E84040"/>
                </a:solidFill>
              </a:defRPr>
            </a:lvl4pPr>
            <a:lvl5pPr lvl="4">
              <a:spcBef>
                <a:spcPts val="0"/>
              </a:spcBef>
              <a:spcAft>
                <a:spcPts val="0"/>
              </a:spcAft>
              <a:buClr>
                <a:srgbClr val="E84040"/>
              </a:buClr>
              <a:buSzPts val="1800"/>
              <a:buNone/>
              <a:defRPr sz="1800">
                <a:solidFill>
                  <a:srgbClr val="E84040"/>
                </a:solidFill>
              </a:defRPr>
            </a:lvl5pPr>
            <a:lvl6pPr lvl="5">
              <a:spcBef>
                <a:spcPts val="0"/>
              </a:spcBef>
              <a:spcAft>
                <a:spcPts val="0"/>
              </a:spcAft>
              <a:buClr>
                <a:srgbClr val="E84040"/>
              </a:buClr>
              <a:buSzPts val="1800"/>
              <a:buNone/>
              <a:defRPr sz="1800">
                <a:solidFill>
                  <a:srgbClr val="E84040"/>
                </a:solidFill>
              </a:defRPr>
            </a:lvl6pPr>
            <a:lvl7pPr lvl="6">
              <a:spcBef>
                <a:spcPts val="0"/>
              </a:spcBef>
              <a:spcAft>
                <a:spcPts val="0"/>
              </a:spcAft>
              <a:buClr>
                <a:srgbClr val="E84040"/>
              </a:buClr>
              <a:buSzPts val="1800"/>
              <a:buNone/>
              <a:defRPr sz="1800">
                <a:solidFill>
                  <a:srgbClr val="E84040"/>
                </a:solidFill>
              </a:defRPr>
            </a:lvl7pPr>
            <a:lvl8pPr lvl="7">
              <a:spcBef>
                <a:spcPts val="0"/>
              </a:spcBef>
              <a:spcAft>
                <a:spcPts val="0"/>
              </a:spcAft>
              <a:buClr>
                <a:srgbClr val="E84040"/>
              </a:buClr>
              <a:buSzPts val="1800"/>
              <a:buNone/>
              <a:defRPr sz="1800">
                <a:solidFill>
                  <a:srgbClr val="E84040"/>
                </a:solidFill>
              </a:defRPr>
            </a:lvl8pPr>
            <a:lvl9pPr lvl="8">
              <a:spcBef>
                <a:spcPts val="0"/>
              </a:spcBef>
              <a:spcAft>
                <a:spcPts val="0"/>
              </a:spcAft>
              <a:buClr>
                <a:srgbClr val="E84040"/>
              </a:buClr>
              <a:buSzPts val="1800"/>
              <a:buNone/>
              <a:defRPr sz="1800">
                <a:solidFill>
                  <a:srgbClr val="E84040"/>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body - 2 Column (Better)">
  <p:cSld name="TITLE_AND_BODY_1_1_1">
    <p:bg>
      <p:bgPr>
        <a:blipFill>
          <a:blip r:embed="rId2">
            <a:alphaModFix/>
          </a:blip>
          <a:stretch>
            <a:fillRect/>
          </a:stretch>
        </a:blipFill>
      </p:bgPr>
    </p:bg>
    <p:spTree>
      <p:nvGrpSpPr>
        <p:cNvPr id="125" name="Shape 125"/>
        <p:cNvGrpSpPr/>
        <p:nvPr/>
      </p:nvGrpSpPr>
      <p:grpSpPr>
        <a:xfrm>
          <a:off x="0" y="0"/>
          <a:ext cx="0" cy="0"/>
          <a:chOff x="0" y="0"/>
          <a:chExt cx="0" cy="0"/>
        </a:xfrm>
      </p:grpSpPr>
      <p:sp>
        <p:nvSpPr>
          <p:cNvPr id="126" name="Google Shape;126;p24"/>
          <p:cNvSpPr/>
          <p:nvPr/>
        </p:nvSpPr>
        <p:spPr>
          <a:xfrm>
            <a:off x="0" y="0"/>
            <a:ext cx="9144000" cy="4992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27" name="Google Shape;12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24"/>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29" name="Google Shape;129;p24"/>
          <p:cNvPicPr preferRelativeResize="0"/>
          <p:nvPr/>
        </p:nvPicPr>
        <p:blipFill>
          <a:blip r:embed="rId3">
            <a:alphaModFix/>
          </a:blip>
          <a:stretch>
            <a:fillRect/>
          </a:stretch>
        </p:blipFill>
        <p:spPr>
          <a:xfrm>
            <a:off x="350563" y="296750"/>
            <a:ext cx="548700" cy="767945"/>
          </a:xfrm>
          <a:prstGeom prst="rect">
            <a:avLst/>
          </a:prstGeom>
          <a:noFill/>
          <a:ln>
            <a:noFill/>
          </a:ln>
        </p:spPr>
      </p:pic>
      <p:sp>
        <p:nvSpPr>
          <p:cNvPr id="130" name="Google Shape;130;p24"/>
          <p:cNvSpPr txBox="1"/>
          <p:nvPr>
            <p:ph type="title"/>
          </p:nvPr>
        </p:nvSpPr>
        <p:spPr>
          <a:xfrm>
            <a:off x="1139850" y="492000"/>
            <a:ext cx="69288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Clr>
                <a:srgbClr val="12284C"/>
              </a:buClr>
              <a:buSzPts val="1800"/>
              <a:buNone/>
              <a:defRPr sz="1800">
                <a:solidFill>
                  <a:srgbClr val="12284C"/>
                </a:solidFill>
              </a:defRPr>
            </a:lvl2pPr>
            <a:lvl3pPr lvl="2">
              <a:spcBef>
                <a:spcPts val="0"/>
              </a:spcBef>
              <a:spcAft>
                <a:spcPts val="0"/>
              </a:spcAft>
              <a:buClr>
                <a:srgbClr val="12284C"/>
              </a:buClr>
              <a:buSzPts val="1800"/>
              <a:buNone/>
              <a:defRPr sz="1800">
                <a:solidFill>
                  <a:srgbClr val="12284C"/>
                </a:solidFill>
              </a:defRPr>
            </a:lvl3pPr>
            <a:lvl4pPr lvl="3">
              <a:spcBef>
                <a:spcPts val="0"/>
              </a:spcBef>
              <a:spcAft>
                <a:spcPts val="0"/>
              </a:spcAft>
              <a:buClr>
                <a:srgbClr val="12284C"/>
              </a:buClr>
              <a:buSzPts val="1800"/>
              <a:buNone/>
              <a:defRPr sz="1800">
                <a:solidFill>
                  <a:srgbClr val="12284C"/>
                </a:solidFill>
              </a:defRPr>
            </a:lvl4pPr>
            <a:lvl5pPr lvl="4">
              <a:spcBef>
                <a:spcPts val="0"/>
              </a:spcBef>
              <a:spcAft>
                <a:spcPts val="0"/>
              </a:spcAft>
              <a:buClr>
                <a:srgbClr val="12284C"/>
              </a:buClr>
              <a:buSzPts val="1800"/>
              <a:buNone/>
              <a:defRPr sz="1800">
                <a:solidFill>
                  <a:srgbClr val="12284C"/>
                </a:solidFill>
              </a:defRPr>
            </a:lvl5pPr>
            <a:lvl6pPr lvl="5">
              <a:spcBef>
                <a:spcPts val="0"/>
              </a:spcBef>
              <a:spcAft>
                <a:spcPts val="0"/>
              </a:spcAft>
              <a:buClr>
                <a:srgbClr val="12284C"/>
              </a:buClr>
              <a:buSzPts val="1800"/>
              <a:buNone/>
              <a:defRPr sz="1800">
                <a:solidFill>
                  <a:srgbClr val="12284C"/>
                </a:solidFill>
              </a:defRPr>
            </a:lvl6pPr>
            <a:lvl7pPr lvl="6">
              <a:spcBef>
                <a:spcPts val="0"/>
              </a:spcBef>
              <a:spcAft>
                <a:spcPts val="0"/>
              </a:spcAft>
              <a:buClr>
                <a:srgbClr val="12284C"/>
              </a:buClr>
              <a:buSzPts val="1800"/>
              <a:buNone/>
              <a:defRPr sz="1800">
                <a:solidFill>
                  <a:srgbClr val="12284C"/>
                </a:solidFill>
              </a:defRPr>
            </a:lvl7pPr>
            <a:lvl8pPr lvl="7">
              <a:spcBef>
                <a:spcPts val="0"/>
              </a:spcBef>
              <a:spcAft>
                <a:spcPts val="0"/>
              </a:spcAft>
              <a:buClr>
                <a:srgbClr val="12284C"/>
              </a:buClr>
              <a:buSzPts val="1800"/>
              <a:buNone/>
              <a:defRPr sz="1800">
                <a:solidFill>
                  <a:srgbClr val="12284C"/>
                </a:solidFill>
              </a:defRPr>
            </a:lvl8pPr>
            <a:lvl9pPr lvl="8">
              <a:spcBef>
                <a:spcPts val="0"/>
              </a:spcBef>
              <a:spcAft>
                <a:spcPts val="0"/>
              </a:spcAft>
              <a:buClr>
                <a:srgbClr val="12284C"/>
              </a:buClr>
              <a:buSzPts val="1800"/>
              <a:buNone/>
              <a:defRPr sz="1800">
                <a:solidFill>
                  <a:srgbClr val="12284C"/>
                </a:solidFill>
              </a:defRPr>
            </a:lvl9pPr>
          </a:lstStyle>
          <a:p/>
        </p:txBody>
      </p:sp>
      <p:sp>
        <p:nvSpPr>
          <p:cNvPr id="131" name="Google Shape;131;p24"/>
          <p:cNvSpPr txBox="1"/>
          <p:nvPr>
            <p:ph idx="1" type="body"/>
          </p:nvPr>
        </p:nvSpPr>
        <p:spPr>
          <a:xfrm>
            <a:off x="1139850" y="1064700"/>
            <a:ext cx="3633300" cy="3073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2" name="Google Shape;132;p24"/>
          <p:cNvSpPr txBox="1"/>
          <p:nvPr>
            <p:ph idx="3" type="body"/>
          </p:nvPr>
        </p:nvSpPr>
        <p:spPr>
          <a:xfrm>
            <a:off x="5100693" y="1064700"/>
            <a:ext cx="3633300" cy="3073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body - 2 Column (Faster)">
  <p:cSld name="TITLE_AND_BODY_1_1_1_1">
    <p:bg>
      <p:bgPr>
        <a:blipFill>
          <a:blip r:embed="rId2">
            <a:alphaModFix/>
          </a:blip>
          <a:stretch>
            <a:fillRect/>
          </a:stretch>
        </a:blipFill>
      </p:bgPr>
    </p:bg>
    <p:spTree>
      <p:nvGrpSpPr>
        <p:cNvPr id="133" name="Shape 133"/>
        <p:cNvGrpSpPr/>
        <p:nvPr/>
      </p:nvGrpSpPr>
      <p:grpSpPr>
        <a:xfrm>
          <a:off x="0" y="0"/>
          <a:ext cx="0" cy="0"/>
          <a:chOff x="0" y="0"/>
          <a:chExt cx="0" cy="0"/>
        </a:xfrm>
      </p:grpSpPr>
      <p:sp>
        <p:nvSpPr>
          <p:cNvPr id="134" name="Google Shape;13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5"/>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25"/>
          <p:cNvSpPr txBox="1"/>
          <p:nvPr>
            <p:ph idx="3"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p:nvPr/>
        </p:nvSpPr>
        <p:spPr>
          <a:xfrm>
            <a:off x="0" y="0"/>
            <a:ext cx="9144000" cy="4992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138" name="Google Shape;138;p25"/>
          <p:cNvPicPr preferRelativeResize="0"/>
          <p:nvPr/>
        </p:nvPicPr>
        <p:blipFill>
          <a:blip r:embed="rId3">
            <a:alphaModFix/>
          </a:blip>
          <a:stretch>
            <a:fillRect/>
          </a:stretch>
        </p:blipFill>
        <p:spPr>
          <a:xfrm>
            <a:off x="350563" y="296750"/>
            <a:ext cx="548700" cy="767945"/>
          </a:xfrm>
          <a:prstGeom prst="rect">
            <a:avLst/>
          </a:prstGeom>
          <a:noFill/>
          <a:ln>
            <a:noFill/>
          </a:ln>
        </p:spPr>
      </p:pic>
      <p:sp>
        <p:nvSpPr>
          <p:cNvPr id="139" name="Google Shape;139;p25"/>
          <p:cNvSpPr txBox="1"/>
          <p:nvPr>
            <p:ph type="title"/>
          </p:nvPr>
        </p:nvSpPr>
        <p:spPr>
          <a:xfrm>
            <a:off x="1139850" y="492000"/>
            <a:ext cx="69288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Clr>
                <a:srgbClr val="12284C"/>
              </a:buClr>
              <a:buSzPts val="1800"/>
              <a:buNone/>
              <a:defRPr sz="1800">
                <a:solidFill>
                  <a:srgbClr val="12284C"/>
                </a:solidFill>
              </a:defRPr>
            </a:lvl2pPr>
            <a:lvl3pPr lvl="2">
              <a:spcBef>
                <a:spcPts val="0"/>
              </a:spcBef>
              <a:spcAft>
                <a:spcPts val="0"/>
              </a:spcAft>
              <a:buClr>
                <a:srgbClr val="12284C"/>
              </a:buClr>
              <a:buSzPts val="1800"/>
              <a:buNone/>
              <a:defRPr sz="1800">
                <a:solidFill>
                  <a:srgbClr val="12284C"/>
                </a:solidFill>
              </a:defRPr>
            </a:lvl3pPr>
            <a:lvl4pPr lvl="3">
              <a:spcBef>
                <a:spcPts val="0"/>
              </a:spcBef>
              <a:spcAft>
                <a:spcPts val="0"/>
              </a:spcAft>
              <a:buClr>
                <a:srgbClr val="12284C"/>
              </a:buClr>
              <a:buSzPts val="1800"/>
              <a:buNone/>
              <a:defRPr sz="1800">
                <a:solidFill>
                  <a:srgbClr val="12284C"/>
                </a:solidFill>
              </a:defRPr>
            </a:lvl4pPr>
            <a:lvl5pPr lvl="4">
              <a:spcBef>
                <a:spcPts val="0"/>
              </a:spcBef>
              <a:spcAft>
                <a:spcPts val="0"/>
              </a:spcAft>
              <a:buClr>
                <a:srgbClr val="12284C"/>
              </a:buClr>
              <a:buSzPts val="1800"/>
              <a:buNone/>
              <a:defRPr sz="1800">
                <a:solidFill>
                  <a:srgbClr val="12284C"/>
                </a:solidFill>
              </a:defRPr>
            </a:lvl5pPr>
            <a:lvl6pPr lvl="5">
              <a:spcBef>
                <a:spcPts val="0"/>
              </a:spcBef>
              <a:spcAft>
                <a:spcPts val="0"/>
              </a:spcAft>
              <a:buClr>
                <a:srgbClr val="12284C"/>
              </a:buClr>
              <a:buSzPts val="1800"/>
              <a:buNone/>
              <a:defRPr sz="1800">
                <a:solidFill>
                  <a:srgbClr val="12284C"/>
                </a:solidFill>
              </a:defRPr>
            </a:lvl6pPr>
            <a:lvl7pPr lvl="6">
              <a:spcBef>
                <a:spcPts val="0"/>
              </a:spcBef>
              <a:spcAft>
                <a:spcPts val="0"/>
              </a:spcAft>
              <a:buClr>
                <a:srgbClr val="12284C"/>
              </a:buClr>
              <a:buSzPts val="1800"/>
              <a:buNone/>
              <a:defRPr sz="1800">
                <a:solidFill>
                  <a:srgbClr val="12284C"/>
                </a:solidFill>
              </a:defRPr>
            </a:lvl7pPr>
            <a:lvl8pPr lvl="7">
              <a:spcBef>
                <a:spcPts val="0"/>
              </a:spcBef>
              <a:spcAft>
                <a:spcPts val="0"/>
              </a:spcAft>
              <a:buClr>
                <a:srgbClr val="12284C"/>
              </a:buClr>
              <a:buSzPts val="1800"/>
              <a:buNone/>
              <a:defRPr sz="1800">
                <a:solidFill>
                  <a:srgbClr val="12284C"/>
                </a:solidFill>
              </a:defRPr>
            </a:lvl8pPr>
            <a:lvl9pPr lvl="8">
              <a:spcBef>
                <a:spcPts val="0"/>
              </a:spcBef>
              <a:spcAft>
                <a:spcPts val="0"/>
              </a:spcAft>
              <a:buClr>
                <a:srgbClr val="12284C"/>
              </a:buClr>
              <a:buSzPts val="1800"/>
              <a:buNone/>
              <a:defRPr sz="1800">
                <a:solidFill>
                  <a:srgbClr val="12284C"/>
                </a:solidFill>
              </a:defRPr>
            </a:lvl9pPr>
          </a:lstStyle>
          <a:p/>
        </p:txBody>
      </p:sp>
      <p:sp>
        <p:nvSpPr>
          <p:cNvPr id="140" name="Google Shape;140;p25"/>
          <p:cNvSpPr txBox="1"/>
          <p:nvPr>
            <p:ph idx="1" type="body"/>
          </p:nvPr>
        </p:nvSpPr>
        <p:spPr>
          <a:xfrm>
            <a:off x="1139850" y="1064700"/>
            <a:ext cx="3633300" cy="3073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1" name="Google Shape;141;p25"/>
          <p:cNvSpPr txBox="1"/>
          <p:nvPr>
            <p:ph idx="4" type="body"/>
          </p:nvPr>
        </p:nvSpPr>
        <p:spPr>
          <a:xfrm>
            <a:off x="5100693" y="1064700"/>
            <a:ext cx="3633300" cy="3073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body - 2 Column (Stronger)">
  <p:cSld name="TITLE_AND_BODY_1_1_1_1_1">
    <p:bg>
      <p:bgPr>
        <a:blipFill>
          <a:blip r:embed="rId2">
            <a:alphaModFix/>
          </a:blip>
          <a:stretch>
            <a:fillRect/>
          </a:stretch>
        </a:blipFill>
      </p:bgPr>
    </p:bg>
    <p:spTree>
      <p:nvGrpSpPr>
        <p:cNvPr id="142" name="Shape 142"/>
        <p:cNvGrpSpPr/>
        <p:nvPr/>
      </p:nvGrpSpPr>
      <p:grpSpPr>
        <a:xfrm>
          <a:off x="0" y="0"/>
          <a:ext cx="0" cy="0"/>
          <a:chOff x="0" y="0"/>
          <a:chExt cx="0" cy="0"/>
        </a:xfrm>
      </p:grpSpPr>
      <p:sp>
        <p:nvSpPr>
          <p:cNvPr id="143" name="Google Shape;14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6"/>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5" name="Google Shape;145;p26"/>
          <p:cNvSpPr txBox="1"/>
          <p:nvPr>
            <p:ph idx="3"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26"/>
          <p:cNvSpPr/>
          <p:nvPr/>
        </p:nvSpPr>
        <p:spPr>
          <a:xfrm>
            <a:off x="0" y="0"/>
            <a:ext cx="9144000" cy="4992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147" name="Google Shape;147;p26"/>
          <p:cNvPicPr preferRelativeResize="0"/>
          <p:nvPr/>
        </p:nvPicPr>
        <p:blipFill>
          <a:blip r:embed="rId3">
            <a:alphaModFix/>
          </a:blip>
          <a:stretch>
            <a:fillRect/>
          </a:stretch>
        </p:blipFill>
        <p:spPr>
          <a:xfrm>
            <a:off x="350563" y="296750"/>
            <a:ext cx="548700" cy="767945"/>
          </a:xfrm>
          <a:prstGeom prst="rect">
            <a:avLst/>
          </a:prstGeom>
          <a:noFill/>
          <a:ln>
            <a:noFill/>
          </a:ln>
        </p:spPr>
      </p:pic>
      <p:sp>
        <p:nvSpPr>
          <p:cNvPr id="148" name="Google Shape;148;p26"/>
          <p:cNvSpPr txBox="1"/>
          <p:nvPr>
            <p:ph type="title"/>
          </p:nvPr>
        </p:nvSpPr>
        <p:spPr>
          <a:xfrm>
            <a:off x="1139850" y="492000"/>
            <a:ext cx="69288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Clr>
                <a:srgbClr val="12284C"/>
              </a:buClr>
              <a:buSzPts val="1800"/>
              <a:buNone/>
              <a:defRPr sz="1800">
                <a:solidFill>
                  <a:srgbClr val="12284C"/>
                </a:solidFill>
              </a:defRPr>
            </a:lvl2pPr>
            <a:lvl3pPr lvl="2">
              <a:spcBef>
                <a:spcPts val="0"/>
              </a:spcBef>
              <a:spcAft>
                <a:spcPts val="0"/>
              </a:spcAft>
              <a:buClr>
                <a:srgbClr val="12284C"/>
              </a:buClr>
              <a:buSzPts val="1800"/>
              <a:buNone/>
              <a:defRPr sz="1800">
                <a:solidFill>
                  <a:srgbClr val="12284C"/>
                </a:solidFill>
              </a:defRPr>
            </a:lvl3pPr>
            <a:lvl4pPr lvl="3">
              <a:spcBef>
                <a:spcPts val="0"/>
              </a:spcBef>
              <a:spcAft>
                <a:spcPts val="0"/>
              </a:spcAft>
              <a:buClr>
                <a:srgbClr val="12284C"/>
              </a:buClr>
              <a:buSzPts val="1800"/>
              <a:buNone/>
              <a:defRPr sz="1800">
                <a:solidFill>
                  <a:srgbClr val="12284C"/>
                </a:solidFill>
              </a:defRPr>
            </a:lvl4pPr>
            <a:lvl5pPr lvl="4">
              <a:spcBef>
                <a:spcPts val="0"/>
              </a:spcBef>
              <a:spcAft>
                <a:spcPts val="0"/>
              </a:spcAft>
              <a:buClr>
                <a:srgbClr val="12284C"/>
              </a:buClr>
              <a:buSzPts val="1800"/>
              <a:buNone/>
              <a:defRPr sz="1800">
                <a:solidFill>
                  <a:srgbClr val="12284C"/>
                </a:solidFill>
              </a:defRPr>
            </a:lvl5pPr>
            <a:lvl6pPr lvl="5">
              <a:spcBef>
                <a:spcPts val="0"/>
              </a:spcBef>
              <a:spcAft>
                <a:spcPts val="0"/>
              </a:spcAft>
              <a:buClr>
                <a:srgbClr val="12284C"/>
              </a:buClr>
              <a:buSzPts val="1800"/>
              <a:buNone/>
              <a:defRPr sz="1800">
                <a:solidFill>
                  <a:srgbClr val="12284C"/>
                </a:solidFill>
              </a:defRPr>
            </a:lvl6pPr>
            <a:lvl7pPr lvl="6">
              <a:spcBef>
                <a:spcPts val="0"/>
              </a:spcBef>
              <a:spcAft>
                <a:spcPts val="0"/>
              </a:spcAft>
              <a:buClr>
                <a:srgbClr val="12284C"/>
              </a:buClr>
              <a:buSzPts val="1800"/>
              <a:buNone/>
              <a:defRPr sz="1800">
                <a:solidFill>
                  <a:srgbClr val="12284C"/>
                </a:solidFill>
              </a:defRPr>
            </a:lvl7pPr>
            <a:lvl8pPr lvl="7">
              <a:spcBef>
                <a:spcPts val="0"/>
              </a:spcBef>
              <a:spcAft>
                <a:spcPts val="0"/>
              </a:spcAft>
              <a:buClr>
                <a:srgbClr val="12284C"/>
              </a:buClr>
              <a:buSzPts val="1800"/>
              <a:buNone/>
              <a:defRPr sz="1800">
                <a:solidFill>
                  <a:srgbClr val="12284C"/>
                </a:solidFill>
              </a:defRPr>
            </a:lvl8pPr>
            <a:lvl9pPr lvl="8">
              <a:spcBef>
                <a:spcPts val="0"/>
              </a:spcBef>
              <a:spcAft>
                <a:spcPts val="0"/>
              </a:spcAft>
              <a:buClr>
                <a:srgbClr val="12284C"/>
              </a:buClr>
              <a:buSzPts val="1800"/>
              <a:buNone/>
              <a:defRPr sz="1800">
                <a:solidFill>
                  <a:srgbClr val="12284C"/>
                </a:solidFill>
              </a:defRPr>
            </a:lvl9pPr>
          </a:lstStyle>
          <a:p/>
        </p:txBody>
      </p:sp>
      <p:sp>
        <p:nvSpPr>
          <p:cNvPr id="149" name="Google Shape;149;p26"/>
          <p:cNvSpPr txBox="1"/>
          <p:nvPr>
            <p:ph idx="1" type="body"/>
          </p:nvPr>
        </p:nvSpPr>
        <p:spPr>
          <a:xfrm>
            <a:off x="1139850" y="1064700"/>
            <a:ext cx="3633300" cy="3073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50" name="Google Shape;150;p26"/>
          <p:cNvSpPr txBox="1"/>
          <p:nvPr>
            <p:ph idx="4" type="body"/>
          </p:nvPr>
        </p:nvSpPr>
        <p:spPr>
          <a:xfrm>
            <a:off x="5100693" y="1064700"/>
            <a:ext cx="3633300" cy="3073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body - 2 Column (Stronger) 1">
  <p:cSld name="TITLE_AND_BODY_1_1_1_1_1_2">
    <p:bg>
      <p:bgPr>
        <a:blipFill>
          <a:blip r:embed="rId2">
            <a:alphaModFix/>
          </a:blip>
          <a:stretch>
            <a:fillRect/>
          </a:stretch>
        </a:blipFill>
      </p:bgPr>
    </p:bg>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7"/>
          <p:cNvSpPr txBox="1"/>
          <p:nvPr>
            <p:ph idx="3"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55" name="Google Shape;155;p27"/>
          <p:cNvPicPr preferRelativeResize="0"/>
          <p:nvPr/>
        </p:nvPicPr>
        <p:blipFill>
          <a:blip r:embed="rId3">
            <a:alphaModFix/>
          </a:blip>
          <a:stretch>
            <a:fillRect/>
          </a:stretch>
        </p:blipFill>
        <p:spPr>
          <a:xfrm>
            <a:off x="350563" y="296750"/>
            <a:ext cx="548700" cy="767945"/>
          </a:xfrm>
          <a:prstGeom prst="rect">
            <a:avLst/>
          </a:prstGeom>
          <a:noFill/>
          <a:ln>
            <a:noFill/>
          </a:ln>
        </p:spPr>
      </p:pic>
      <p:sp>
        <p:nvSpPr>
          <p:cNvPr id="156" name="Google Shape;156;p27"/>
          <p:cNvSpPr txBox="1"/>
          <p:nvPr>
            <p:ph type="title"/>
          </p:nvPr>
        </p:nvSpPr>
        <p:spPr>
          <a:xfrm>
            <a:off x="1139850" y="492000"/>
            <a:ext cx="69288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Clr>
                <a:srgbClr val="12284C"/>
              </a:buClr>
              <a:buSzPts val="1800"/>
              <a:buNone/>
              <a:defRPr sz="1800">
                <a:solidFill>
                  <a:srgbClr val="12284C"/>
                </a:solidFill>
              </a:defRPr>
            </a:lvl2pPr>
            <a:lvl3pPr lvl="2">
              <a:spcBef>
                <a:spcPts val="0"/>
              </a:spcBef>
              <a:spcAft>
                <a:spcPts val="0"/>
              </a:spcAft>
              <a:buClr>
                <a:srgbClr val="12284C"/>
              </a:buClr>
              <a:buSzPts val="1800"/>
              <a:buNone/>
              <a:defRPr sz="1800">
                <a:solidFill>
                  <a:srgbClr val="12284C"/>
                </a:solidFill>
              </a:defRPr>
            </a:lvl3pPr>
            <a:lvl4pPr lvl="3">
              <a:spcBef>
                <a:spcPts val="0"/>
              </a:spcBef>
              <a:spcAft>
                <a:spcPts val="0"/>
              </a:spcAft>
              <a:buClr>
                <a:srgbClr val="12284C"/>
              </a:buClr>
              <a:buSzPts val="1800"/>
              <a:buNone/>
              <a:defRPr sz="1800">
                <a:solidFill>
                  <a:srgbClr val="12284C"/>
                </a:solidFill>
              </a:defRPr>
            </a:lvl4pPr>
            <a:lvl5pPr lvl="4">
              <a:spcBef>
                <a:spcPts val="0"/>
              </a:spcBef>
              <a:spcAft>
                <a:spcPts val="0"/>
              </a:spcAft>
              <a:buClr>
                <a:srgbClr val="12284C"/>
              </a:buClr>
              <a:buSzPts val="1800"/>
              <a:buNone/>
              <a:defRPr sz="1800">
                <a:solidFill>
                  <a:srgbClr val="12284C"/>
                </a:solidFill>
              </a:defRPr>
            </a:lvl5pPr>
            <a:lvl6pPr lvl="5">
              <a:spcBef>
                <a:spcPts val="0"/>
              </a:spcBef>
              <a:spcAft>
                <a:spcPts val="0"/>
              </a:spcAft>
              <a:buClr>
                <a:srgbClr val="12284C"/>
              </a:buClr>
              <a:buSzPts val="1800"/>
              <a:buNone/>
              <a:defRPr sz="1800">
                <a:solidFill>
                  <a:srgbClr val="12284C"/>
                </a:solidFill>
              </a:defRPr>
            </a:lvl6pPr>
            <a:lvl7pPr lvl="6">
              <a:spcBef>
                <a:spcPts val="0"/>
              </a:spcBef>
              <a:spcAft>
                <a:spcPts val="0"/>
              </a:spcAft>
              <a:buClr>
                <a:srgbClr val="12284C"/>
              </a:buClr>
              <a:buSzPts val="1800"/>
              <a:buNone/>
              <a:defRPr sz="1800">
                <a:solidFill>
                  <a:srgbClr val="12284C"/>
                </a:solidFill>
              </a:defRPr>
            </a:lvl7pPr>
            <a:lvl8pPr lvl="7">
              <a:spcBef>
                <a:spcPts val="0"/>
              </a:spcBef>
              <a:spcAft>
                <a:spcPts val="0"/>
              </a:spcAft>
              <a:buClr>
                <a:srgbClr val="12284C"/>
              </a:buClr>
              <a:buSzPts val="1800"/>
              <a:buNone/>
              <a:defRPr sz="1800">
                <a:solidFill>
                  <a:srgbClr val="12284C"/>
                </a:solidFill>
              </a:defRPr>
            </a:lvl8pPr>
            <a:lvl9pPr lvl="8">
              <a:spcBef>
                <a:spcPts val="0"/>
              </a:spcBef>
              <a:spcAft>
                <a:spcPts val="0"/>
              </a:spcAft>
              <a:buClr>
                <a:srgbClr val="12284C"/>
              </a:buClr>
              <a:buSzPts val="1800"/>
              <a:buNone/>
              <a:defRPr sz="1800">
                <a:solidFill>
                  <a:srgbClr val="12284C"/>
                </a:solidFill>
              </a:defRPr>
            </a:lvl9pPr>
          </a:lstStyle>
          <a:p/>
        </p:txBody>
      </p:sp>
      <p:sp>
        <p:nvSpPr>
          <p:cNvPr id="157" name="Google Shape;157;p27"/>
          <p:cNvSpPr txBox="1"/>
          <p:nvPr>
            <p:ph idx="1" type="body"/>
          </p:nvPr>
        </p:nvSpPr>
        <p:spPr>
          <a:xfrm>
            <a:off x="1139850" y="1064700"/>
            <a:ext cx="3633300" cy="3073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58" name="Google Shape;158;p27"/>
          <p:cNvSpPr txBox="1"/>
          <p:nvPr>
            <p:ph idx="4" type="body"/>
          </p:nvPr>
        </p:nvSpPr>
        <p:spPr>
          <a:xfrm>
            <a:off x="5100693" y="1064700"/>
            <a:ext cx="3633300" cy="3073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body - 2 Column (Stronger) 1 1">
  <p:cSld name="TITLE_AND_BODY_1_1_1_1_1_2_1">
    <p:bg>
      <p:bgPr>
        <a:blipFill>
          <a:blip r:embed="rId2">
            <a:alphaModFix/>
          </a:blip>
          <a:stretch>
            <a:fillRect/>
          </a:stretch>
        </a:blipFill>
      </p:bgPr>
    </p:bg>
    <p:spTree>
      <p:nvGrpSpPr>
        <p:cNvPr id="159" name="Shape 159"/>
        <p:cNvGrpSpPr/>
        <p:nvPr/>
      </p:nvGrpSpPr>
      <p:grpSpPr>
        <a:xfrm>
          <a:off x="0" y="0"/>
          <a:ext cx="0" cy="0"/>
          <a:chOff x="0" y="0"/>
          <a:chExt cx="0" cy="0"/>
        </a:xfrm>
      </p:grpSpPr>
      <p:sp>
        <p:nvSpPr>
          <p:cNvPr id="160" name="Google Shape;16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1" name="Google Shape;161;p28"/>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2" name="Google Shape;162;p28"/>
          <p:cNvSpPr txBox="1"/>
          <p:nvPr>
            <p:ph idx="3"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63" name="Google Shape;163;p28"/>
          <p:cNvPicPr preferRelativeResize="0"/>
          <p:nvPr/>
        </p:nvPicPr>
        <p:blipFill>
          <a:blip r:embed="rId3">
            <a:alphaModFix/>
          </a:blip>
          <a:stretch>
            <a:fillRect/>
          </a:stretch>
        </p:blipFill>
        <p:spPr>
          <a:xfrm>
            <a:off x="350563" y="296750"/>
            <a:ext cx="548700" cy="767945"/>
          </a:xfrm>
          <a:prstGeom prst="rect">
            <a:avLst/>
          </a:prstGeom>
          <a:noFill/>
          <a:ln>
            <a:noFill/>
          </a:ln>
        </p:spPr>
      </p:pic>
      <p:sp>
        <p:nvSpPr>
          <p:cNvPr id="164" name="Google Shape;164;p28"/>
          <p:cNvSpPr txBox="1"/>
          <p:nvPr>
            <p:ph type="title"/>
          </p:nvPr>
        </p:nvSpPr>
        <p:spPr>
          <a:xfrm>
            <a:off x="1139850" y="492000"/>
            <a:ext cx="69288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Clr>
                <a:srgbClr val="12284C"/>
              </a:buClr>
              <a:buSzPts val="1800"/>
              <a:buNone/>
              <a:defRPr sz="1800">
                <a:solidFill>
                  <a:srgbClr val="12284C"/>
                </a:solidFill>
              </a:defRPr>
            </a:lvl2pPr>
            <a:lvl3pPr lvl="2">
              <a:spcBef>
                <a:spcPts val="0"/>
              </a:spcBef>
              <a:spcAft>
                <a:spcPts val="0"/>
              </a:spcAft>
              <a:buClr>
                <a:srgbClr val="12284C"/>
              </a:buClr>
              <a:buSzPts val="1800"/>
              <a:buNone/>
              <a:defRPr sz="1800">
                <a:solidFill>
                  <a:srgbClr val="12284C"/>
                </a:solidFill>
              </a:defRPr>
            </a:lvl3pPr>
            <a:lvl4pPr lvl="3">
              <a:spcBef>
                <a:spcPts val="0"/>
              </a:spcBef>
              <a:spcAft>
                <a:spcPts val="0"/>
              </a:spcAft>
              <a:buClr>
                <a:srgbClr val="12284C"/>
              </a:buClr>
              <a:buSzPts val="1800"/>
              <a:buNone/>
              <a:defRPr sz="1800">
                <a:solidFill>
                  <a:srgbClr val="12284C"/>
                </a:solidFill>
              </a:defRPr>
            </a:lvl4pPr>
            <a:lvl5pPr lvl="4">
              <a:spcBef>
                <a:spcPts val="0"/>
              </a:spcBef>
              <a:spcAft>
                <a:spcPts val="0"/>
              </a:spcAft>
              <a:buClr>
                <a:srgbClr val="12284C"/>
              </a:buClr>
              <a:buSzPts val="1800"/>
              <a:buNone/>
              <a:defRPr sz="1800">
                <a:solidFill>
                  <a:srgbClr val="12284C"/>
                </a:solidFill>
              </a:defRPr>
            </a:lvl5pPr>
            <a:lvl6pPr lvl="5">
              <a:spcBef>
                <a:spcPts val="0"/>
              </a:spcBef>
              <a:spcAft>
                <a:spcPts val="0"/>
              </a:spcAft>
              <a:buClr>
                <a:srgbClr val="12284C"/>
              </a:buClr>
              <a:buSzPts val="1800"/>
              <a:buNone/>
              <a:defRPr sz="1800">
                <a:solidFill>
                  <a:srgbClr val="12284C"/>
                </a:solidFill>
              </a:defRPr>
            </a:lvl6pPr>
            <a:lvl7pPr lvl="6">
              <a:spcBef>
                <a:spcPts val="0"/>
              </a:spcBef>
              <a:spcAft>
                <a:spcPts val="0"/>
              </a:spcAft>
              <a:buClr>
                <a:srgbClr val="12284C"/>
              </a:buClr>
              <a:buSzPts val="1800"/>
              <a:buNone/>
              <a:defRPr sz="1800">
                <a:solidFill>
                  <a:srgbClr val="12284C"/>
                </a:solidFill>
              </a:defRPr>
            </a:lvl7pPr>
            <a:lvl8pPr lvl="7">
              <a:spcBef>
                <a:spcPts val="0"/>
              </a:spcBef>
              <a:spcAft>
                <a:spcPts val="0"/>
              </a:spcAft>
              <a:buClr>
                <a:srgbClr val="12284C"/>
              </a:buClr>
              <a:buSzPts val="1800"/>
              <a:buNone/>
              <a:defRPr sz="1800">
                <a:solidFill>
                  <a:srgbClr val="12284C"/>
                </a:solidFill>
              </a:defRPr>
            </a:lvl8pPr>
            <a:lvl9pPr lvl="8">
              <a:spcBef>
                <a:spcPts val="0"/>
              </a:spcBef>
              <a:spcAft>
                <a:spcPts val="0"/>
              </a:spcAft>
              <a:buClr>
                <a:srgbClr val="12284C"/>
              </a:buClr>
              <a:buSzPts val="1800"/>
              <a:buNone/>
              <a:defRPr sz="1800">
                <a:solidFill>
                  <a:srgbClr val="12284C"/>
                </a:solidFill>
              </a:defRPr>
            </a:lvl9pPr>
          </a:lstStyle>
          <a:p/>
        </p:txBody>
      </p:sp>
      <p:sp>
        <p:nvSpPr>
          <p:cNvPr id="165" name="Google Shape;165;p28"/>
          <p:cNvSpPr txBox="1"/>
          <p:nvPr>
            <p:ph idx="1" type="body"/>
          </p:nvPr>
        </p:nvSpPr>
        <p:spPr>
          <a:xfrm>
            <a:off x="1139850" y="1064700"/>
            <a:ext cx="3633300" cy="3073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66" name="Google Shape;166;p28"/>
          <p:cNvSpPr txBox="1"/>
          <p:nvPr>
            <p:ph idx="4" type="body"/>
          </p:nvPr>
        </p:nvSpPr>
        <p:spPr>
          <a:xfrm>
            <a:off x="5100693" y="1064700"/>
            <a:ext cx="3633300" cy="3073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cards - Blue">
  <p:cSld name="TITLE_AND_BODY_1_1_1_1_1_1">
    <p:bg>
      <p:bgPr>
        <a:blipFill>
          <a:blip r:embed="rId2">
            <a:alphaModFix/>
          </a:blip>
          <a:stretch>
            <a:fillRect/>
          </a:stretch>
        </a:blipFill>
      </p:bgPr>
    </p:bg>
    <p:spTree>
      <p:nvGrpSpPr>
        <p:cNvPr id="167" name="Shape 167"/>
        <p:cNvGrpSpPr/>
        <p:nvPr/>
      </p:nvGrpSpPr>
      <p:grpSpPr>
        <a:xfrm>
          <a:off x="0" y="0"/>
          <a:ext cx="0" cy="0"/>
          <a:chOff x="0" y="0"/>
          <a:chExt cx="0" cy="0"/>
        </a:xfrm>
      </p:grpSpPr>
      <p:sp>
        <p:nvSpPr>
          <p:cNvPr id="168" name="Google Shape;168;p29"/>
          <p:cNvSpPr/>
          <p:nvPr/>
        </p:nvSpPr>
        <p:spPr>
          <a:xfrm>
            <a:off x="50" y="1758275"/>
            <a:ext cx="9144000" cy="338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69" name="Google Shape;169;p29"/>
          <p:cNvSpPr/>
          <p:nvPr/>
        </p:nvSpPr>
        <p:spPr>
          <a:xfrm>
            <a:off x="2499625" y="0"/>
            <a:ext cx="6812700" cy="356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70" name="Google Shape;170;p29"/>
          <p:cNvSpPr/>
          <p:nvPr/>
        </p:nvSpPr>
        <p:spPr>
          <a:xfrm>
            <a:off x="50" y="1437250"/>
            <a:ext cx="9312300" cy="395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171" name="Google Shape;171;p29"/>
          <p:cNvPicPr preferRelativeResize="0"/>
          <p:nvPr/>
        </p:nvPicPr>
        <p:blipFill rotWithShape="1">
          <a:blip r:embed="rId3">
            <a:alphaModFix/>
          </a:blip>
          <a:srcRect b="0" l="10509" r="60429" t="62545"/>
          <a:stretch/>
        </p:blipFill>
        <p:spPr>
          <a:xfrm>
            <a:off x="0" y="0"/>
            <a:ext cx="3943798" cy="2652951"/>
          </a:xfrm>
          <a:prstGeom prst="rect">
            <a:avLst/>
          </a:prstGeom>
          <a:noFill/>
          <a:ln>
            <a:noFill/>
          </a:ln>
        </p:spPr>
      </p:pic>
      <p:sp>
        <p:nvSpPr>
          <p:cNvPr id="172" name="Google Shape;172;p29"/>
          <p:cNvSpPr txBox="1"/>
          <p:nvPr>
            <p:ph idx="1" type="body"/>
          </p:nvPr>
        </p:nvSpPr>
        <p:spPr>
          <a:xfrm>
            <a:off x="1341400" y="3338325"/>
            <a:ext cx="2196900" cy="151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sz="1100"/>
            </a:lvl1pPr>
            <a:lvl2pPr indent="-273050" lvl="1" marL="914400">
              <a:spcBef>
                <a:spcPts val="0"/>
              </a:spcBef>
              <a:spcAft>
                <a:spcPts val="0"/>
              </a:spcAft>
              <a:buSzPts val="700"/>
              <a:buChar char="○"/>
              <a:defRPr sz="700"/>
            </a:lvl2pPr>
            <a:lvl3pPr indent="-273050" lvl="2" marL="1371600">
              <a:spcBef>
                <a:spcPts val="0"/>
              </a:spcBef>
              <a:spcAft>
                <a:spcPts val="0"/>
              </a:spcAft>
              <a:buSzPts val="700"/>
              <a:buChar char="■"/>
              <a:defRPr sz="700"/>
            </a:lvl3pPr>
            <a:lvl4pPr indent="-273050" lvl="3" marL="1828800">
              <a:spcBef>
                <a:spcPts val="0"/>
              </a:spcBef>
              <a:spcAft>
                <a:spcPts val="0"/>
              </a:spcAft>
              <a:buSzPts val="700"/>
              <a:buChar char="●"/>
              <a:defRPr sz="700"/>
            </a:lvl4pPr>
            <a:lvl5pPr indent="-273050" lvl="4" marL="2286000">
              <a:spcBef>
                <a:spcPts val="0"/>
              </a:spcBef>
              <a:spcAft>
                <a:spcPts val="0"/>
              </a:spcAft>
              <a:buSzPts val="700"/>
              <a:buChar char="○"/>
              <a:defRPr sz="700"/>
            </a:lvl5pPr>
            <a:lvl6pPr indent="-273050" lvl="5" marL="2743200">
              <a:spcBef>
                <a:spcPts val="0"/>
              </a:spcBef>
              <a:spcAft>
                <a:spcPts val="0"/>
              </a:spcAft>
              <a:buSzPts val="700"/>
              <a:buChar char="■"/>
              <a:defRPr sz="700"/>
            </a:lvl6pPr>
            <a:lvl7pPr indent="-273050" lvl="6" marL="3200400">
              <a:spcBef>
                <a:spcPts val="0"/>
              </a:spcBef>
              <a:spcAft>
                <a:spcPts val="0"/>
              </a:spcAft>
              <a:buSzPts val="700"/>
              <a:buChar char="●"/>
              <a:defRPr sz="700"/>
            </a:lvl7pPr>
            <a:lvl8pPr indent="-273050" lvl="7" marL="3657600">
              <a:spcBef>
                <a:spcPts val="0"/>
              </a:spcBef>
              <a:spcAft>
                <a:spcPts val="0"/>
              </a:spcAft>
              <a:buSzPts val="700"/>
              <a:buChar char="○"/>
              <a:defRPr sz="700"/>
            </a:lvl8pPr>
            <a:lvl9pPr indent="-273050" lvl="8" marL="4114800">
              <a:spcBef>
                <a:spcPts val="0"/>
              </a:spcBef>
              <a:spcAft>
                <a:spcPts val="0"/>
              </a:spcAft>
              <a:buSzPts val="700"/>
              <a:buChar char="■"/>
              <a:defRPr sz="700"/>
            </a:lvl9pPr>
          </a:lstStyle>
          <a:p/>
        </p:txBody>
      </p:sp>
      <p:sp>
        <p:nvSpPr>
          <p:cNvPr id="173" name="Google Shape;173;p29"/>
          <p:cNvSpPr/>
          <p:nvPr>
            <p:ph idx="2" type="pic"/>
          </p:nvPr>
        </p:nvSpPr>
        <p:spPr>
          <a:xfrm>
            <a:off x="1341425" y="556075"/>
            <a:ext cx="2196900" cy="2416200"/>
          </a:xfrm>
          <a:prstGeom prst="rect">
            <a:avLst/>
          </a:prstGeom>
          <a:noFill/>
          <a:ln>
            <a:noFill/>
          </a:ln>
        </p:spPr>
      </p:sp>
      <p:sp>
        <p:nvSpPr>
          <p:cNvPr id="174" name="Google Shape;174;p29"/>
          <p:cNvSpPr txBox="1"/>
          <p:nvPr>
            <p:ph idx="3" type="subTitle"/>
          </p:nvPr>
        </p:nvSpPr>
        <p:spPr>
          <a:xfrm>
            <a:off x="1341225" y="3002408"/>
            <a:ext cx="2196900" cy="30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400"/>
            </a:lvl1pPr>
            <a:lvl2pPr lvl="1">
              <a:spcBef>
                <a:spcPts val="0"/>
              </a:spcBef>
              <a:spcAft>
                <a:spcPts val="0"/>
              </a:spcAft>
              <a:buSzPts val="1400"/>
              <a:buNone/>
              <a:defRPr b="1"/>
            </a:lvl2pPr>
            <a:lvl3pPr lvl="2">
              <a:spcBef>
                <a:spcPts val="0"/>
              </a:spcBef>
              <a:spcAft>
                <a:spcPts val="0"/>
              </a:spcAft>
              <a:buSzPts val="1400"/>
              <a:buNone/>
              <a:defRPr b="1"/>
            </a:lvl3pPr>
            <a:lvl4pPr lvl="3">
              <a:spcBef>
                <a:spcPts val="0"/>
              </a:spcBef>
              <a:spcAft>
                <a:spcPts val="0"/>
              </a:spcAft>
              <a:buSzPts val="1400"/>
              <a:buNone/>
              <a:defRPr b="1"/>
            </a:lvl4pPr>
            <a:lvl5pPr lvl="4">
              <a:spcBef>
                <a:spcPts val="0"/>
              </a:spcBef>
              <a:spcAft>
                <a:spcPts val="0"/>
              </a:spcAft>
              <a:buSzPts val="1400"/>
              <a:buNone/>
              <a:defRPr b="1"/>
            </a:lvl5pPr>
            <a:lvl6pPr lvl="5">
              <a:spcBef>
                <a:spcPts val="0"/>
              </a:spcBef>
              <a:spcAft>
                <a:spcPts val="0"/>
              </a:spcAft>
              <a:buSzPts val="1400"/>
              <a:buNone/>
              <a:defRPr b="1"/>
            </a:lvl6pPr>
            <a:lvl7pPr lvl="6">
              <a:spcBef>
                <a:spcPts val="0"/>
              </a:spcBef>
              <a:spcAft>
                <a:spcPts val="0"/>
              </a:spcAft>
              <a:buSzPts val="1400"/>
              <a:buNone/>
              <a:defRPr b="1"/>
            </a:lvl7pPr>
            <a:lvl8pPr lvl="7">
              <a:spcBef>
                <a:spcPts val="0"/>
              </a:spcBef>
              <a:spcAft>
                <a:spcPts val="0"/>
              </a:spcAft>
              <a:buSzPts val="1400"/>
              <a:buNone/>
              <a:defRPr b="1"/>
            </a:lvl8pPr>
            <a:lvl9pPr lvl="8">
              <a:spcBef>
                <a:spcPts val="0"/>
              </a:spcBef>
              <a:spcAft>
                <a:spcPts val="0"/>
              </a:spcAft>
              <a:buSzPts val="1400"/>
              <a:buNone/>
              <a:defRPr b="1"/>
            </a:lvl9pPr>
          </a:lstStyle>
          <a:p/>
        </p:txBody>
      </p:sp>
      <p:sp>
        <p:nvSpPr>
          <p:cNvPr id="175" name="Google Shape;175;p29"/>
          <p:cNvSpPr txBox="1"/>
          <p:nvPr>
            <p:ph idx="4" type="body"/>
          </p:nvPr>
        </p:nvSpPr>
        <p:spPr>
          <a:xfrm>
            <a:off x="3943789" y="3338325"/>
            <a:ext cx="2196900" cy="151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sz="1100"/>
            </a:lvl1pPr>
            <a:lvl2pPr indent="-273050" lvl="1" marL="914400">
              <a:spcBef>
                <a:spcPts val="0"/>
              </a:spcBef>
              <a:spcAft>
                <a:spcPts val="0"/>
              </a:spcAft>
              <a:buSzPts val="700"/>
              <a:buChar char="○"/>
              <a:defRPr sz="700"/>
            </a:lvl2pPr>
            <a:lvl3pPr indent="-273050" lvl="2" marL="1371600">
              <a:spcBef>
                <a:spcPts val="0"/>
              </a:spcBef>
              <a:spcAft>
                <a:spcPts val="0"/>
              </a:spcAft>
              <a:buSzPts val="700"/>
              <a:buChar char="■"/>
              <a:defRPr sz="700"/>
            </a:lvl3pPr>
            <a:lvl4pPr indent="-273050" lvl="3" marL="1828800">
              <a:spcBef>
                <a:spcPts val="0"/>
              </a:spcBef>
              <a:spcAft>
                <a:spcPts val="0"/>
              </a:spcAft>
              <a:buSzPts val="700"/>
              <a:buChar char="●"/>
              <a:defRPr sz="700"/>
            </a:lvl4pPr>
            <a:lvl5pPr indent="-273050" lvl="4" marL="2286000">
              <a:spcBef>
                <a:spcPts val="0"/>
              </a:spcBef>
              <a:spcAft>
                <a:spcPts val="0"/>
              </a:spcAft>
              <a:buSzPts val="700"/>
              <a:buChar char="○"/>
              <a:defRPr sz="700"/>
            </a:lvl5pPr>
            <a:lvl6pPr indent="-273050" lvl="5" marL="2743200">
              <a:spcBef>
                <a:spcPts val="0"/>
              </a:spcBef>
              <a:spcAft>
                <a:spcPts val="0"/>
              </a:spcAft>
              <a:buSzPts val="700"/>
              <a:buChar char="■"/>
              <a:defRPr sz="700"/>
            </a:lvl6pPr>
            <a:lvl7pPr indent="-273050" lvl="6" marL="3200400">
              <a:spcBef>
                <a:spcPts val="0"/>
              </a:spcBef>
              <a:spcAft>
                <a:spcPts val="0"/>
              </a:spcAft>
              <a:buSzPts val="700"/>
              <a:buChar char="●"/>
              <a:defRPr sz="700"/>
            </a:lvl7pPr>
            <a:lvl8pPr indent="-273050" lvl="7" marL="3657600">
              <a:spcBef>
                <a:spcPts val="0"/>
              </a:spcBef>
              <a:spcAft>
                <a:spcPts val="0"/>
              </a:spcAft>
              <a:buSzPts val="700"/>
              <a:buChar char="○"/>
              <a:defRPr sz="700"/>
            </a:lvl8pPr>
            <a:lvl9pPr indent="-273050" lvl="8" marL="4114800">
              <a:spcBef>
                <a:spcPts val="0"/>
              </a:spcBef>
              <a:spcAft>
                <a:spcPts val="0"/>
              </a:spcAft>
              <a:buSzPts val="700"/>
              <a:buChar char="■"/>
              <a:defRPr sz="700"/>
            </a:lvl9pPr>
          </a:lstStyle>
          <a:p/>
        </p:txBody>
      </p:sp>
      <p:sp>
        <p:nvSpPr>
          <p:cNvPr id="176" name="Google Shape;176;p29"/>
          <p:cNvSpPr/>
          <p:nvPr>
            <p:ph idx="5" type="pic"/>
          </p:nvPr>
        </p:nvSpPr>
        <p:spPr>
          <a:xfrm>
            <a:off x="3943804" y="556075"/>
            <a:ext cx="2196900" cy="2416200"/>
          </a:xfrm>
          <a:prstGeom prst="rect">
            <a:avLst/>
          </a:prstGeom>
          <a:noFill/>
          <a:ln>
            <a:noFill/>
          </a:ln>
        </p:spPr>
      </p:sp>
      <p:sp>
        <p:nvSpPr>
          <p:cNvPr id="177" name="Google Shape;177;p29"/>
          <p:cNvSpPr txBox="1"/>
          <p:nvPr>
            <p:ph idx="6" type="subTitle"/>
          </p:nvPr>
        </p:nvSpPr>
        <p:spPr>
          <a:xfrm>
            <a:off x="3943609" y="3002408"/>
            <a:ext cx="2196900" cy="30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400"/>
            </a:lvl1pPr>
            <a:lvl2pPr lvl="1">
              <a:spcBef>
                <a:spcPts val="0"/>
              </a:spcBef>
              <a:spcAft>
                <a:spcPts val="0"/>
              </a:spcAft>
              <a:buSzPts val="1400"/>
              <a:buNone/>
              <a:defRPr b="1"/>
            </a:lvl2pPr>
            <a:lvl3pPr lvl="2">
              <a:spcBef>
                <a:spcPts val="0"/>
              </a:spcBef>
              <a:spcAft>
                <a:spcPts val="0"/>
              </a:spcAft>
              <a:buSzPts val="1400"/>
              <a:buNone/>
              <a:defRPr b="1"/>
            </a:lvl3pPr>
            <a:lvl4pPr lvl="3">
              <a:spcBef>
                <a:spcPts val="0"/>
              </a:spcBef>
              <a:spcAft>
                <a:spcPts val="0"/>
              </a:spcAft>
              <a:buSzPts val="1400"/>
              <a:buNone/>
              <a:defRPr b="1"/>
            </a:lvl4pPr>
            <a:lvl5pPr lvl="4">
              <a:spcBef>
                <a:spcPts val="0"/>
              </a:spcBef>
              <a:spcAft>
                <a:spcPts val="0"/>
              </a:spcAft>
              <a:buSzPts val="1400"/>
              <a:buNone/>
              <a:defRPr b="1"/>
            </a:lvl5pPr>
            <a:lvl6pPr lvl="5">
              <a:spcBef>
                <a:spcPts val="0"/>
              </a:spcBef>
              <a:spcAft>
                <a:spcPts val="0"/>
              </a:spcAft>
              <a:buSzPts val="1400"/>
              <a:buNone/>
              <a:defRPr b="1"/>
            </a:lvl6pPr>
            <a:lvl7pPr lvl="6">
              <a:spcBef>
                <a:spcPts val="0"/>
              </a:spcBef>
              <a:spcAft>
                <a:spcPts val="0"/>
              </a:spcAft>
              <a:buSzPts val="1400"/>
              <a:buNone/>
              <a:defRPr b="1"/>
            </a:lvl7pPr>
            <a:lvl8pPr lvl="7">
              <a:spcBef>
                <a:spcPts val="0"/>
              </a:spcBef>
              <a:spcAft>
                <a:spcPts val="0"/>
              </a:spcAft>
              <a:buSzPts val="1400"/>
              <a:buNone/>
              <a:defRPr b="1"/>
            </a:lvl8pPr>
            <a:lvl9pPr lvl="8">
              <a:spcBef>
                <a:spcPts val="0"/>
              </a:spcBef>
              <a:spcAft>
                <a:spcPts val="0"/>
              </a:spcAft>
              <a:buSzPts val="1400"/>
              <a:buNone/>
              <a:defRPr b="1"/>
            </a:lvl9pPr>
          </a:lstStyle>
          <a:p/>
        </p:txBody>
      </p:sp>
      <p:sp>
        <p:nvSpPr>
          <p:cNvPr id="178" name="Google Shape;178;p29"/>
          <p:cNvSpPr txBox="1"/>
          <p:nvPr>
            <p:ph idx="7" type="body"/>
          </p:nvPr>
        </p:nvSpPr>
        <p:spPr>
          <a:xfrm>
            <a:off x="6487599" y="3338340"/>
            <a:ext cx="2196900" cy="151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sz="1100"/>
            </a:lvl1pPr>
            <a:lvl2pPr indent="-273050" lvl="1" marL="914400">
              <a:spcBef>
                <a:spcPts val="0"/>
              </a:spcBef>
              <a:spcAft>
                <a:spcPts val="0"/>
              </a:spcAft>
              <a:buSzPts val="700"/>
              <a:buChar char="○"/>
              <a:defRPr sz="700"/>
            </a:lvl2pPr>
            <a:lvl3pPr indent="-273050" lvl="2" marL="1371600">
              <a:spcBef>
                <a:spcPts val="0"/>
              </a:spcBef>
              <a:spcAft>
                <a:spcPts val="0"/>
              </a:spcAft>
              <a:buSzPts val="700"/>
              <a:buChar char="■"/>
              <a:defRPr sz="700"/>
            </a:lvl3pPr>
            <a:lvl4pPr indent="-273050" lvl="3" marL="1828800">
              <a:spcBef>
                <a:spcPts val="0"/>
              </a:spcBef>
              <a:spcAft>
                <a:spcPts val="0"/>
              </a:spcAft>
              <a:buSzPts val="700"/>
              <a:buChar char="●"/>
              <a:defRPr sz="700"/>
            </a:lvl4pPr>
            <a:lvl5pPr indent="-273050" lvl="4" marL="2286000">
              <a:spcBef>
                <a:spcPts val="0"/>
              </a:spcBef>
              <a:spcAft>
                <a:spcPts val="0"/>
              </a:spcAft>
              <a:buSzPts val="700"/>
              <a:buChar char="○"/>
              <a:defRPr sz="700"/>
            </a:lvl5pPr>
            <a:lvl6pPr indent="-273050" lvl="5" marL="2743200">
              <a:spcBef>
                <a:spcPts val="0"/>
              </a:spcBef>
              <a:spcAft>
                <a:spcPts val="0"/>
              </a:spcAft>
              <a:buSzPts val="700"/>
              <a:buChar char="■"/>
              <a:defRPr sz="700"/>
            </a:lvl6pPr>
            <a:lvl7pPr indent="-273050" lvl="6" marL="3200400">
              <a:spcBef>
                <a:spcPts val="0"/>
              </a:spcBef>
              <a:spcAft>
                <a:spcPts val="0"/>
              </a:spcAft>
              <a:buSzPts val="700"/>
              <a:buChar char="●"/>
              <a:defRPr sz="700"/>
            </a:lvl7pPr>
            <a:lvl8pPr indent="-273050" lvl="7" marL="3657600">
              <a:spcBef>
                <a:spcPts val="0"/>
              </a:spcBef>
              <a:spcAft>
                <a:spcPts val="0"/>
              </a:spcAft>
              <a:buSzPts val="700"/>
              <a:buChar char="○"/>
              <a:defRPr sz="700"/>
            </a:lvl8pPr>
            <a:lvl9pPr indent="-273050" lvl="8" marL="4114800">
              <a:spcBef>
                <a:spcPts val="0"/>
              </a:spcBef>
              <a:spcAft>
                <a:spcPts val="0"/>
              </a:spcAft>
              <a:buSzPts val="700"/>
              <a:buChar char="■"/>
              <a:defRPr sz="700"/>
            </a:lvl9pPr>
          </a:lstStyle>
          <a:p/>
        </p:txBody>
      </p:sp>
      <p:sp>
        <p:nvSpPr>
          <p:cNvPr id="179" name="Google Shape;179;p29"/>
          <p:cNvSpPr/>
          <p:nvPr>
            <p:ph idx="8" type="pic"/>
          </p:nvPr>
        </p:nvSpPr>
        <p:spPr>
          <a:xfrm>
            <a:off x="6487604" y="556095"/>
            <a:ext cx="2196900" cy="2416200"/>
          </a:xfrm>
          <a:prstGeom prst="rect">
            <a:avLst/>
          </a:prstGeom>
          <a:noFill/>
          <a:ln>
            <a:noFill/>
          </a:ln>
        </p:spPr>
      </p:sp>
      <p:sp>
        <p:nvSpPr>
          <p:cNvPr id="180" name="Google Shape;180;p29"/>
          <p:cNvSpPr txBox="1"/>
          <p:nvPr>
            <p:ph idx="9" type="subTitle"/>
          </p:nvPr>
        </p:nvSpPr>
        <p:spPr>
          <a:xfrm>
            <a:off x="6487415" y="3002421"/>
            <a:ext cx="2196900" cy="30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400"/>
            </a:lvl1pPr>
            <a:lvl2pPr lvl="1">
              <a:spcBef>
                <a:spcPts val="0"/>
              </a:spcBef>
              <a:spcAft>
                <a:spcPts val="0"/>
              </a:spcAft>
              <a:buSzPts val="1400"/>
              <a:buNone/>
              <a:defRPr b="1"/>
            </a:lvl2pPr>
            <a:lvl3pPr lvl="2">
              <a:spcBef>
                <a:spcPts val="0"/>
              </a:spcBef>
              <a:spcAft>
                <a:spcPts val="0"/>
              </a:spcAft>
              <a:buSzPts val="1400"/>
              <a:buNone/>
              <a:defRPr b="1"/>
            </a:lvl3pPr>
            <a:lvl4pPr lvl="3">
              <a:spcBef>
                <a:spcPts val="0"/>
              </a:spcBef>
              <a:spcAft>
                <a:spcPts val="0"/>
              </a:spcAft>
              <a:buSzPts val="1400"/>
              <a:buNone/>
              <a:defRPr b="1"/>
            </a:lvl4pPr>
            <a:lvl5pPr lvl="4">
              <a:spcBef>
                <a:spcPts val="0"/>
              </a:spcBef>
              <a:spcAft>
                <a:spcPts val="0"/>
              </a:spcAft>
              <a:buSzPts val="1400"/>
              <a:buNone/>
              <a:defRPr b="1"/>
            </a:lvl5pPr>
            <a:lvl6pPr lvl="5">
              <a:spcBef>
                <a:spcPts val="0"/>
              </a:spcBef>
              <a:spcAft>
                <a:spcPts val="0"/>
              </a:spcAft>
              <a:buSzPts val="1400"/>
              <a:buNone/>
              <a:defRPr b="1"/>
            </a:lvl6pPr>
            <a:lvl7pPr lvl="6">
              <a:spcBef>
                <a:spcPts val="0"/>
              </a:spcBef>
              <a:spcAft>
                <a:spcPts val="0"/>
              </a:spcAft>
              <a:buSzPts val="1400"/>
              <a:buNone/>
              <a:defRPr b="1"/>
            </a:lvl7pPr>
            <a:lvl8pPr lvl="7">
              <a:spcBef>
                <a:spcPts val="0"/>
              </a:spcBef>
              <a:spcAft>
                <a:spcPts val="0"/>
              </a:spcAft>
              <a:buSzPts val="1400"/>
              <a:buNone/>
              <a:defRPr b="1"/>
            </a:lvl8pPr>
            <a:lvl9pPr lvl="8">
              <a:spcBef>
                <a:spcPts val="0"/>
              </a:spcBef>
              <a:spcAft>
                <a:spcPts val="0"/>
              </a:spcAft>
              <a:buSzPts val="1400"/>
              <a:buNone/>
              <a:defRPr b="1"/>
            </a:lvl9pPr>
          </a:lstStyle>
          <a:p/>
        </p:txBody>
      </p:sp>
      <p:pic>
        <p:nvPicPr>
          <p:cNvPr id="181" name="Google Shape;181;p29"/>
          <p:cNvPicPr preferRelativeResize="0"/>
          <p:nvPr/>
        </p:nvPicPr>
        <p:blipFill>
          <a:blip r:embed="rId4">
            <a:alphaModFix/>
          </a:blip>
          <a:stretch>
            <a:fillRect/>
          </a:stretch>
        </p:blipFill>
        <p:spPr>
          <a:xfrm>
            <a:off x="325504" y="556102"/>
            <a:ext cx="705144" cy="986949"/>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cards - Green">
  <p:cSld name="TITLE_AND_BODY_1_1_1_1_1_1_1">
    <p:bg>
      <p:bgPr>
        <a:blipFill>
          <a:blip r:embed="rId2">
            <a:alphaModFix/>
          </a:blip>
          <a:stretch>
            <a:fillRect/>
          </a:stretch>
        </a:blipFill>
      </p:bgPr>
    </p:bg>
    <p:spTree>
      <p:nvGrpSpPr>
        <p:cNvPr id="182" name="Shape 182"/>
        <p:cNvGrpSpPr/>
        <p:nvPr/>
      </p:nvGrpSpPr>
      <p:grpSpPr>
        <a:xfrm>
          <a:off x="0" y="0"/>
          <a:ext cx="0" cy="0"/>
          <a:chOff x="0" y="0"/>
          <a:chExt cx="0" cy="0"/>
        </a:xfrm>
      </p:grpSpPr>
      <p:sp>
        <p:nvSpPr>
          <p:cNvPr id="183" name="Google Shape;183;p30"/>
          <p:cNvSpPr/>
          <p:nvPr/>
        </p:nvSpPr>
        <p:spPr>
          <a:xfrm>
            <a:off x="50" y="1758275"/>
            <a:ext cx="9144000" cy="338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4" name="Google Shape;184;p30"/>
          <p:cNvSpPr/>
          <p:nvPr/>
        </p:nvSpPr>
        <p:spPr>
          <a:xfrm>
            <a:off x="2499625" y="0"/>
            <a:ext cx="6812700" cy="356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5" name="Google Shape;185;p30"/>
          <p:cNvSpPr/>
          <p:nvPr/>
        </p:nvSpPr>
        <p:spPr>
          <a:xfrm>
            <a:off x="50" y="1437250"/>
            <a:ext cx="9312300" cy="395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186" name="Google Shape;186;p30"/>
          <p:cNvPicPr preferRelativeResize="0"/>
          <p:nvPr/>
        </p:nvPicPr>
        <p:blipFill rotWithShape="1">
          <a:blip r:embed="rId3">
            <a:alphaModFix/>
          </a:blip>
          <a:srcRect b="0" l="10509" r="60429" t="62545"/>
          <a:stretch/>
        </p:blipFill>
        <p:spPr>
          <a:xfrm>
            <a:off x="0" y="0"/>
            <a:ext cx="3943798" cy="2652951"/>
          </a:xfrm>
          <a:prstGeom prst="rect">
            <a:avLst/>
          </a:prstGeom>
          <a:noFill/>
          <a:ln>
            <a:noFill/>
          </a:ln>
        </p:spPr>
      </p:pic>
      <p:sp>
        <p:nvSpPr>
          <p:cNvPr id="187" name="Google Shape;187;p30"/>
          <p:cNvSpPr txBox="1"/>
          <p:nvPr>
            <p:ph idx="1" type="body"/>
          </p:nvPr>
        </p:nvSpPr>
        <p:spPr>
          <a:xfrm>
            <a:off x="1341400" y="3338325"/>
            <a:ext cx="2196900" cy="151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sz="1100"/>
            </a:lvl1pPr>
            <a:lvl2pPr indent="-273050" lvl="1" marL="914400">
              <a:spcBef>
                <a:spcPts val="0"/>
              </a:spcBef>
              <a:spcAft>
                <a:spcPts val="0"/>
              </a:spcAft>
              <a:buSzPts val="700"/>
              <a:buChar char="○"/>
              <a:defRPr sz="700"/>
            </a:lvl2pPr>
            <a:lvl3pPr indent="-273050" lvl="2" marL="1371600">
              <a:spcBef>
                <a:spcPts val="0"/>
              </a:spcBef>
              <a:spcAft>
                <a:spcPts val="0"/>
              </a:spcAft>
              <a:buSzPts val="700"/>
              <a:buChar char="■"/>
              <a:defRPr sz="700"/>
            </a:lvl3pPr>
            <a:lvl4pPr indent="-273050" lvl="3" marL="1828800">
              <a:spcBef>
                <a:spcPts val="0"/>
              </a:spcBef>
              <a:spcAft>
                <a:spcPts val="0"/>
              </a:spcAft>
              <a:buSzPts val="700"/>
              <a:buChar char="●"/>
              <a:defRPr sz="700"/>
            </a:lvl4pPr>
            <a:lvl5pPr indent="-273050" lvl="4" marL="2286000">
              <a:spcBef>
                <a:spcPts val="0"/>
              </a:spcBef>
              <a:spcAft>
                <a:spcPts val="0"/>
              </a:spcAft>
              <a:buSzPts val="700"/>
              <a:buChar char="○"/>
              <a:defRPr sz="700"/>
            </a:lvl5pPr>
            <a:lvl6pPr indent="-273050" lvl="5" marL="2743200">
              <a:spcBef>
                <a:spcPts val="0"/>
              </a:spcBef>
              <a:spcAft>
                <a:spcPts val="0"/>
              </a:spcAft>
              <a:buSzPts val="700"/>
              <a:buChar char="■"/>
              <a:defRPr sz="700"/>
            </a:lvl6pPr>
            <a:lvl7pPr indent="-273050" lvl="6" marL="3200400">
              <a:spcBef>
                <a:spcPts val="0"/>
              </a:spcBef>
              <a:spcAft>
                <a:spcPts val="0"/>
              </a:spcAft>
              <a:buSzPts val="700"/>
              <a:buChar char="●"/>
              <a:defRPr sz="700"/>
            </a:lvl7pPr>
            <a:lvl8pPr indent="-273050" lvl="7" marL="3657600">
              <a:spcBef>
                <a:spcPts val="0"/>
              </a:spcBef>
              <a:spcAft>
                <a:spcPts val="0"/>
              </a:spcAft>
              <a:buSzPts val="700"/>
              <a:buChar char="○"/>
              <a:defRPr sz="700"/>
            </a:lvl8pPr>
            <a:lvl9pPr indent="-273050" lvl="8" marL="4114800">
              <a:spcBef>
                <a:spcPts val="0"/>
              </a:spcBef>
              <a:spcAft>
                <a:spcPts val="0"/>
              </a:spcAft>
              <a:buSzPts val="700"/>
              <a:buChar char="■"/>
              <a:defRPr sz="700"/>
            </a:lvl9pPr>
          </a:lstStyle>
          <a:p/>
        </p:txBody>
      </p:sp>
      <p:sp>
        <p:nvSpPr>
          <p:cNvPr id="188" name="Google Shape;188;p30"/>
          <p:cNvSpPr/>
          <p:nvPr>
            <p:ph idx="2" type="pic"/>
          </p:nvPr>
        </p:nvSpPr>
        <p:spPr>
          <a:xfrm>
            <a:off x="1341425" y="556075"/>
            <a:ext cx="2196900" cy="2416200"/>
          </a:xfrm>
          <a:prstGeom prst="rect">
            <a:avLst/>
          </a:prstGeom>
          <a:noFill/>
          <a:ln>
            <a:noFill/>
          </a:ln>
        </p:spPr>
      </p:sp>
      <p:sp>
        <p:nvSpPr>
          <p:cNvPr id="189" name="Google Shape;189;p30"/>
          <p:cNvSpPr txBox="1"/>
          <p:nvPr>
            <p:ph idx="3" type="subTitle"/>
          </p:nvPr>
        </p:nvSpPr>
        <p:spPr>
          <a:xfrm>
            <a:off x="1341225" y="3002408"/>
            <a:ext cx="2196900" cy="30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400"/>
            </a:lvl1pPr>
            <a:lvl2pPr lvl="1">
              <a:spcBef>
                <a:spcPts val="0"/>
              </a:spcBef>
              <a:spcAft>
                <a:spcPts val="0"/>
              </a:spcAft>
              <a:buSzPts val="1400"/>
              <a:buNone/>
              <a:defRPr b="1"/>
            </a:lvl2pPr>
            <a:lvl3pPr lvl="2">
              <a:spcBef>
                <a:spcPts val="0"/>
              </a:spcBef>
              <a:spcAft>
                <a:spcPts val="0"/>
              </a:spcAft>
              <a:buSzPts val="1400"/>
              <a:buNone/>
              <a:defRPr b="1"/>
            </a:lvl3pPr>
            <a:lvl4pPr lvl="3">
              <a:spcBef>
                <a:spcPts val="0"/>
              </a:spcBef>
              <a:spcAft>
                <a:spcPts val="0"/>
              </a:spcAft>
              <a:buSzPts val="1400"/>
              <a:buNone/>
              <a:defRPr b="1"/>
            </a:lvl4pPr>
            <a:lvl5pPr lvl="4">
              <a:spcBef>
                <a:spcPts val="0"/>
              </a:spcBef>
              <a:spcAft>
                <a:spcPts val="0"/>
              </a:spcAft>
              <a:buSzPts val="1400"/>
              <a:buNone/>
              <a:defRPr b="1"/>
            </a:lvl5pPr>
            <a:lvl6pPr lvl="5">
              <a:spcBef>
                <a:spcPts val="0"/>
              </a:spcBef>
              <a:spcAft>
                <a:spcPts val="0"/>
              </a:spcAft>
              <a:buSzPts val="1400"/>
              <a:buNone/>
              <a:defRPr b="1"/>
            </a:lvl6pPr>
            <a:lvl7pPr lvl="6">
              <a:spcBef>
                <a:spcPts val="0"/>
              </a:spcBef>
              <a:spcAft>
                <a:spcPts val="0"/>
              </a:spcAft>
              <a:buSzPts val="1400"/>
              <a:buNone/>
              <a:defRPr b="1"/>
            </a:lvl7pPr>
            <a:lvl8pPr lvl="7">
              <a:spcBef>
                <a:spcPts val="0"/>
              </a:spcBef>
              <a:spcAft>
                <a:spcPts val="0"/>
              </a:spcAft>
              <a:buSzPts val="1400"/>
              <a:buNone/>
              <a:defRPr b="1"/>
            </a:lvl8pPr>
            <a:lvl9pPr lvl="8">
              <a:spcBef>
                <a:spcPts val="0"/>
              </a:spcBef>
              <a:spcAft>
                <a:spcPts val="0"/>
              </a:spcAft>
              <a:buSzPts val="1400"/>
              <a:buNone/>
              <a:defRPr b="1"/>
            </a:lvl9pPr>
          </a:lstStyle>
          <a:p/>
        </p:txBody>
      </p:sp>
      <p:sp>
        <p:nvSpPr>
          <p:cNvPr id="190" name="Google Shape;190;p30"/>
          <p:cNvSpPr txBox="1"/>
          <p:nvPr>
            <p:ph idx="4" type="body"/>
          </p:nvPr>
        </p:nvSpPr>
        <p:spPr>
          <a:xfrm>
            <a:off x="3943789" y="3338325"/>
            <a:ext cx="2196900" cy="151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sz="1100"/>
            </a:lvl1pPr>
            <a:lvl2pPr indent="-273050" lvl="1" marL="914400">
              <a:spcBef>
                <a:spcPts val="0"/>
              </a:spcBef>
              <a:spcAft>
                <a:spcPts val="0"/>
              </a:spcAft>
              <a:buSzPts val="700"/>
              <a:buChar char="○"/>
              <a:defRPr sz="700"/>
            </a:lvl2pPr>
            <a:lvl3pPr indent="-273050" lvl="2" marL="1371600">
              <a:spcBef>
                <a:spcPts val="0"/>
              </a:spcBef>
              <a:spcAft>
                <a:spcPts val="0"/>
              </a:spcAft>
              <a:buSzPts val="700"/>
              <a:buChar char="■"/>
              <a:defRPr sz="700"/>
            </a:lvl3pPr>
            <a:lvl4pPr indent="-273050" lvl="3" marL="1828800">
              <a:spcBef>
                <a:spcPts val="0"/>
              </a:spcBef>
              <a:spcAft>
                <a:spcPts val="0"/>
              </a:spcAft>
              <a:buSzPts val="700"/>
              <a:buChar char="●"/>
              <a:defRPr sz="700"/>
            </a:lvl4pPr>
            <a:lvl5pPr indent="-273050" lvl="4" marL="2286000">
              <a:spcBef>
                <a:spcPts val="0"/>
              </a:spcBef>
              <a:spcAft>
                <a:spcPts val="0"/>
              </a:spcAft>
              <a:buSzPts val="700"/>
              <a:buChar char="○"/>
              <a:defRPr sz="700"/>
            </a:lvl5pPr>
            <a:lvl6pPr indent="-273050" lvl="5" marL="2743200">
              <a:spcBef>
                <a:spcPts val="0"/>
              </a:spcBef>
              <a:spcAft>
                <a:spcPts val="0"/>
              </a:spcAft>
              <a:buSzPts val="700"/>
              <a:buChar char="■"/>
              <a:defRPr sz="700"/>
            </a:lvl6pPr>
            <a:lvl7pPr indent="-273050" lvl="6" marL="3200400">
              <a:spcBef>
                <a:spcPts val="0"/>
              </a:spcBef>
              <a:spcAft>
                <a:spcPts val="0"/>
              </a:spcAft>
              <a:buSzPts val="700"/>
              <a:buChar char="●"/>
              <a:defRPr sz="700"/>
            </a:lvl7pPr>
            <a:lvl8pPr indent="-273050" lvl="7" marL="3657600">
              <a:spcBef>
                <a:spcPts val="0"/>
              </a:spcBef>
              <a:spcAft>
                <a:spcPts val="0"/>
              </a:spcAft>
              <a:buSzPts val="700"/>
              <a:buChar char="○"/>
              <a:defRPr sz="700"/>
            </a:lvl8pPr>
            <a:lvl9pPr indent="-273050" lvl="8" marL="4114800">
              <a:spcBef>
                <a:spcPts val="0"/>
              </a:spcBef>
              <a:spcAft>
                <a:spcPts val="0"/>
              </a:spcAft>
              <a:buSzPts val="700"/>
              <a:buChar char="■"/>
              <a:defRPr sz="700"/>
            </a:lvl9pPr>
          </a:lstStyle>
          <a:p/>
        </p:txBody>
      </p:sp>
      <p:sp>
        <p:nvSpPr>
          <p:cNvPr id="191" name="Google Shape;191;p30"/>
          <p:cNvSpPr/>
          <p:nvPr>
            <p:ph idx="5" type="pic"/>
          </p:nvPr>
        </p:nvSpPr>
        <p:spPr>
          <a:xfrm>
            <a:off x="3943804" y="556075"/>
            <a:ext cx="2196900" cy="2416200"/>
          </a:xfrm>
          <a:prstGeom prst="rect">
            <a:avLst/>
          </a:prstGeom>
          <a:noFill/>
          <a:ln>
            <a:noFill/>
          </a:ln>
        </p:spPr>
      </p:sp>
      <p:sp>
        <p:nvSpPr>
          <p:cNvPr id="192" name="Google Shape;192;p30"/>
          <p:cNvSpPr txBox="1"/>
          <p:nvPr>
            <p:ph idx="6" type="subTitle"/>
          </p:nvPr>
        </p:nvSpPr>
        <p:spPr>
          <a:xfrm>
            <a:off x="3943609" y="3002408"/>
            <a:ext cx="2196900" cy="30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400"/>
            </a:lvl1pPr>
            <a:lvl2pPr lvl="1">
              <a:spcBef>
                <a:spcPts val="0"/>
              </a:spcBef>
              <a:spcAft>
                <a:spcPts val="0"/>
              </a:spcAft>
              <a:buSzPts val="1400"/>
              <a:buNone/>
              <a:defRPr b="1"/>
            </a:lvl2pPr>
            <a:lvl3pPr lvl="2">
              <a:spcBef>
                <a:spcPts val="0"/>
              </a:spcBef>
              <a:spcAft>
                <a:spcPts val="0"/>
              </a:spcAft>
              <a:buSzPts val="1400"/>
              <a:buNone/>
              <a:defRPr b="1"/>
            </a:lvl3pPr>
            <a:lvl4pPr lvl="3">
              <a:spcBef>
                <a:spcPts val="0"/>
              </a:spcBef>
              <a:spcAft>
                <a:spcPts val="0"/>
              </a:spcAft>
              <a:buSzPts val="1400"/>
              <a:buNone/>
              <a:defRPr b="1"/>
            </a:lvl4pPr>
            <a:lvl5pPr lvl="4">
              <a:spcBef>
                <a:spcPts val="0"/>
              </a:spcBef>
              <a:spcAft>
                <a:spcPts val="0"/>
              </a:spcAft>
              <a:buSzPts val="1400"/>
              <a:buNone/>
              <a:defRPr b="1"/>
            </a:lvl5pPr>
            <a:lvl6pPr lvl="5">
              <a:spcBef>
                <a:spcPts val="0"/>
              </a:spcBef>
              <a:spcAft>
                <a:spcPts val="0"/>
              </a:spcAft>
              <a:buSzPts val="1400"/>
              <a:buNone/>
              <a:defRPr b="1"/>
            </a:lvl6pPr>
            <a:lvl7pPr lvl="6">
              <a:spcBef>
                <a:spcPts val="0"/>
              </a:spcBef>
              <a:spcAft>
                <a:spcPts val="0"/>
              </a:spcAft>
              <a:buSzPts val="1400"/>
              <a:buNone/>
              <a:defRPr b="1"/>
            </a:lvl7pPr>
            <a:lvl8pPr lvl="7">
              <a:spcBef>
                <a:spcPts val="0"/>
              </a:spcBef>
              <a:spcAft>
                <a:spcPts val="0"/>
              </a:spcAft>
              <a:buSzPts val="1400"/>
              <a:buNone/>
              <a:defRPr b="1"/>
            </a:lvl8pPr>
            <a:lvl9pPr lvl="8">
              <a:spcBef>
                <a:spcPts val="0"/>
              </a:spcBef>
              <a:spcAft>
                <a:spcPts val="0"/>
              </a:spcAft>
              <a:buSzPts val="1400"/>
              <a:buNone/>
              <a:defRPr b="1"/>
            </a:lvl9pPr>
          </a:lstStyle>
          <a:p/>
        </p:txBody>
      </p:sp>
      <p:sp>
        <p:nvSpPr>
          <p:cNvPr id="193" name="Google Shape;193;p30"/>
          <p:cNvSpPr txBox="1"/>
          <p:nvPr>
            <p:ph idx="7" type="body"/>
          </p:nvPr>
        </p:nvSpPr>
        <p:spPr>
          <a:xfrm>
            <a:off x="6487599" y="3338340"/>
            <a:ext cx="2196900" cy="151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sz="1100"/>
            </a:lvl1pPr>
            <a:lvl2pPr indent="-273050" lvl="1" marL="914400">
              <a:spcBef>
                <a:spcPts val="0"/>
              </a:spcBef>
              <a:spcAft>
                <a:spcPts val="0"/>
              </a:spcAft>
              <a:buSzPts val="700"/>
              <a:buChar char="○"/>
              <a:defRPr sz="700"/>
            </a:lvl2pPr>
            <a:lvl3pPr indent="-273050" lvl="2" marL="1371600">
              <a:spcBef>
                <a:spcPts val="0"/>
              </a:spcBef>
              <a:spcAft>
                <a:spcPts val="0"/>
              </a:spcAft>
              <a:buSzPts val="700"/>
              <a:buChar char="■"/>
              <a:defRPr sz="700"/>
            </a:lvl3pPr>
            <a:lvl4pPr indent="-273050" lvl="3" marL="1828800">
              <a:spcBef>
                <a:spcPts val="0"/>
              </a:spcBef>
              <a:spcAft>
                <a:spcPts val="0"/>
              </a:spcAft>
              <a:buSzPts val="700"/>
              <a:buChar char="●"/>
              <a:defRPr sz="700"/>
            </a:lvl4pPr>
            <a:lvl5pPr indent="-273050" lvl="4" marL="2286000">
              <a:spcBef>
                <a:spcPts val="0"/>
              </a:spcBef>
              <a:spcAft>
                <a:spcPts val="0"/>
              </a:spcAft>
              <a:buSzPts val="700"/>
              <a:buChar char="○"/>
              <a:defRPr sz="700"/>
            </a:lvl5pPr>
            <a:lvl6pPr indent="-273050" lvl="5" marL="2743200">
              <a:spcBef>
                <a:spcPts val="0"/>
              </a:spcBef>
              <a:spcAft>
                <a:spcPts val="0"/>
              </a:spcAft>
              <a:buSzPts val="700"/>
              <a:buChar char="■"/>
              <a:defRPr sz="700"/>
            </a:lvl6pPr>
            <a:lvl7pPr indent="-273050" lvl="6" marL="3200400">
              <a:spcBef>
                <a:spcPts val="0"/>
              </a:spcBef>
              <a:spcAft>
                <a:spcPts val="0"/>
              </a:spcAft>
              <a:buSzPts val="700"/>
              <a:buChar char="●"/>
              <a:defRPr sz="700"/>
            </a:lvl7pPr>
            <a:lvl8pPr indent="-273050" lvl="7" marL="3657600">
              <a:spcBef>
                <a:spcPts val="0"/>
              </a:spcBef>
              <a:spcAft>
                <a:spcPts val="0"/>
              </a:spcAft>
              <a:buSzPts val="700"/>
              <a:buChar char="○"/>
              <a:defRPr sz="700"/>
            </a:lvl8pPr>
            <a:lvl9pPr indent="-273050" lvl="8" marL="4114800">
              <a:spcBef>
                <a:spcPts val="0"/>
              </a:spcBef>
              <a:spcAft>
                <a:spcPts val="0"/>
              </a:spcAft>
              <a:buSzPts val="700"/>
              <a:buChar char="■"/>
              <a:defRPr sz="700"/>
            </a:lvl9pPr>
          </a:lstStyle>
          <a:p/>
        </p:txBody>
      </p:sp>
      <p:sp>
        <p:nvSpPr>
          <p:cNvPr id="194" name="Google Shape;194;p30"/>
          <p:cNvSpPr/>
          <p:nvPr>
            <p:ph idx="8" type="pic"/>
          </p:nvPr>
        </p:nvSpPr>
        <p:spPr>
          <a:xfrm>
            <a:off x="6487604" y="556095"/>
            <a:ext cx="2196900" cy="2416200"/>
          </a:xfrm>
          <a:prstGeom prst="rect">
            <a:avLst/>
          </a:prstGeom>
          <a:noFill/>
          <a:ln>
            <a:noFill/>
          </a:ln>
        </p:spPr>
      </p:sp>
      <p:sp>
        <p:nvSpPr>
          <p:cNvPr id="195" name="Google Shape;195;p30"/>
          <p:cNvSpPr txBox="1"/>
          <p:nvPr>
            <p:ph idx="9" type="subTitle"/>
          </p:nvPr>
        </p:nvSpPr>
        <p:spPr>
          <a:xfrm>
            <a:off x="6487415" y="3002421"/>
            <a:ext cx="2196900" cy="30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400"/>
            </a:lvl1pPr>
            <a:lvl2pPr lvl="1">
              <a:spcBef>
                <a:spcPts val="0"/>
              </a:spcBef>
              <a:spcAft>
                <a:spcPts val="0"/>
              </a:spcAft>
              <a:buSzPts val="1400"/>
              <a:buNone/>
              <a:defRPr b="1"/>
            </a:lvl2pPr>
            <a:lvl3pPr lvl="2">
              <a:spcBef>
                <a:spcPts val="0"/>
              </a:spcBef>
              <a:spcAft>
                <a:spcPts val="0"/>
              </a:spcAft>
              <a:buSzPts val="1400"/>
              <a:buNone/>
              <a:defRPr b="1"/>
            </a:lvl3pPr>
            <a:lvl4pPr lvl="3">
              <a:spcBef>
                <a:spcPts val="0"/>
              </a:spcBef>
              <a:spcAft>
                <a:spcPts val="0"/>
              </a:spcAft>
              <a:buSzPts val="1400"/>
              <a:buNone/>
              <a:defRPr b="1"/>
            </a:lvl4pPr>
            <a:lvl5pPr lvl="4">
              <a:spcBef>
                <a:spcPts val="0"/>
              </a:spcBef>
              <a:spcAft>
                <a:spcPts val="0"/>
              </a:spcAft>
              <a:buSzPts val="1400"/>
              <a:buNone/>
              <a:defRPr b="1"/>
            </a:lvl5pPr>
            <a:lvl6pPr lvl="5">
              <a:spcBef>
                <a:spcPts val="0"/>
              </a:spcBef>
              <a:spcAft>
                <a:spcPts val="0"/>
              </a:spcAft>
              <a:buSzPts val="1400"/>
              <a:buNone/>
              <a:defRPr b="1"/>
            </a:lvl6pPr>
            <a:lvl7pPr lvl="6">
              <a:spcBef>
                <a:spcPts val="0"/>
              </a:spcBef>
              <a:spcAft>
                <a:spcPts val="0"/>
              </a:spcAft>
              <a:buSzPts val="1400"/>
              <a:buNone/>
              <a:defRPr b="1"/>
            </a:lvl7pPr>
            <a:lvl8pPr lvl="7">
              <a:spcBef>
                <a:spcPts val="0"/>
              </a:spcBef>
              <a:spcAft>
                <a:spcPts val="0"/>
              </a:spcAft>
              <a:buSzPts val="1400"/>
              <a:buNone/>
              <a:defRPr b="1"/>
            </a:lvl8pPr>
            <a:lvl9pPr lvl="8">
              <a:spcBef>
                <a:spcPts val="0"/>
              </a:spcBef>
              <a:spcAft>
                <a:spcPts val="0"/>
              </a:spcAft>
              <a:buSzPts val="1400"/>
              <a:buNone/>
              <a:defRPr b="1"/>
            </a:lvl9pPr>
          </a:lstStyle>
          <a:p/>
        </p:txBody>
      </p:sp>
      <p:pic>
        <p:nvPicPr>
          <p:cNvPr id="196" name="Google Shape;196;p30"/>
          <p:cNvPicPr preferRelativeResize="0"/>
          <p:nvPr/>
        </p:nvPicPr>
        <p:blipFill>
          <a:blip r:embed="rId4">
            <a:alphaModFix/>
          </a:blip>
          <a:stretch>
            <a:fillRect/>
          </a:stretch>
        </p:blipFill>
        <p:spPr>
          <a:xfrm>
            <a:off x="325504" y="556102"/>
            <a:ext cx="705144" cy="98694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cards - Red">
  <p:cSld name="TITLE_AND_BODY_1_1_1_1_1_1_1_1">
    <p:bg>
      <p:bgPr>
        <a:blipFill>
          <a:blip r:embed="rId2">
            <a:alphaModFix/>
          </a:blip>
          <a:stretch>
            <a:fillRect/>
          </a:stretch>
        </a:blipFill>
      </p:bgPr>
    </p:bg>
    <p:spTree>
      <p:nvGrpSpPr>
        <p:cNvPr id="197" name="Shape 197"/>
        <p:cNvGrpSpPr/>
        <p:nvPr/>
      </p:nvGrpSpPr>
      <p:grpSpPr>
        <a:xfrm>
          <a:off x="0" y="0"/>
          <a:ext cx="0" cy="0"/>
          <a:chOff x="0" y="0"/>
          <a:chExt cx="0" cy="0"/>
        </a:xfrm>
      </p:grpSpPr>
      <p:sp>
        <p:nvSpPr>
          <p:cNvPr id="198" name="Google Shape;198;p31"/>
          <p:cNvSpPr/>
          <p:nvPr/>
        </p:nvSpPr>
        <p:spPr>
          <a:xfrm>
            <a:off x="50" y="1758275"/>
            <a:ext cx="9144000" cy="338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9" name="Google Shape;199;p31"/>
          <p:cNvSpPr/>
          <p:nvPr/>
        </p:nvSpPr>
        <p:spPr>
          <a:xfrm>
            <a:off x="2499625" y="0"/>
            <a:ext cx="6812700" cy="356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00" name="Google Shape;200;p31"/>
          <p:cNvSpPr/>
          <p:nvPr/>
        </p:nvSpPr>
        <p:spPr>
          <a:xfrm>
            <a:off x="50" y="1437250"/>
            <a:ext cx="9312300" cy="395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201" name="Google Shape;201;p31"/>
          <p:cNvPicPr preferRelativeResize="0"/>
          <p:nvPr/>
        </p:nvPicPr>
        <p:blipFill rotWithShape="1">
          <a:blip r:embed="rId3">
            <a:alphaModFix/>
          </a:blip>
          <a:srcRect b="0" l="10509" r="60429" t="62545"/>
          <a:stretch/>
        </p:blipFill>
        <p:spPr>
          <a:xfrm>
            <a:off x="0" y="0"/>
            <a:ext cx="3943798" cy="2652951"/>
          </a:xfrm>
          <a:prstGeom prst="rect">
            <a:avLst/>
          </a:prstGeom>
          <a:noFill/>
          <a:ln>
            <a:noFill/>
          </a:ln>
        </p:spPr>
      </p:pic>
      <p:sp>
        <p:nvSpPr>
          <p:cNvPr id="202" name="Google Shape;202;p31"/>
          <p:cNvSpPr txBox="1"/>
          <p:nvPr>
            <p:ph idx="1" type="body"/>
          </p:nvPr>
        </p:nvSpPr>
        <p:spPr>
          <a:xfrm>
            <a:off x="1341400" y="3338325"/>
            <a:ext cx="2196900" cy="151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sz="1100"/>
            </a:lvl1pPr>
            <a:lvl2pPr indent="-273050" lvl="1" marL="914400">
              <a:spcBef>
                <a:spcPts val="0"/>
              </a:spcBef>
              <a:spcAft>
                <a:spcPts val="0"/>
              </a:spcAft>
              <a:buSzPts val="700"/>
              <a:buChar char="○"/>
              <a:defRPr sz="700"/>
            </a:lvl2pPr>
            <a:lvl3pPr indent="-273050" lvl="2" marL="1371600">
              <a:spcBef>
                <a:spcPts val="0"/>
              </a:spcBef>
              <a:spcAft>
                <a:spcPts val="0"/>
              </a:spcAft>
              <a:buSzPts val="700"/>
              <a:buChar char="■"/>
              <a:defRPr sz="700"/>
            </a:lvl3pPr>
            <a:lvl4pPr indent="-273050" lvl="3" marL="1828800">
              <a:spcBef>
                <a:spcPts val="0"/>
              </a:spcBef>
              <a:spcAft>
                <a:spcPts val="0"/>
              </a:spcAft>
              <a:buSzPts val="700"/>
              <a:buChar char="●"/>
              <a:defRPr sz="700"/>
            </a:lvl4pPr>
            <a:lvl5pPr indent="-273050" lvl="4" marL="2286000">
              <a:spcBef>
                <a:spcPts val="0"/>
              </a:spcBef>
              <a:spcAft>
                <a:spcPts val="0"/>
              </a:spcAft>
              <a:buSzPts val="700"/>
              <a:buChar char="○"/>
              <a:defRPr sz="700"/>
            </a:lvl5pPr>
            <a:lvl6pPr indent="-273050" lvl="5" marL="2743200">
              <a:spcBef>
                <a:spcPts val="0"/>
              </a:spcBef>
              <a:spcAft>
                <a:spcPts val="0"/>
              </a:spcAft>
              <a:buSzPts val="700"/>
              <a:buChar char="■"/>
              <a:defRPr sz="700"/>
            </a:lvl6pPr>
            <a:lvl7pPr indent="-273050" lvl="6" marL="3200400">
              <a:spcBef>
                <a:spcPts val="0"/>
              </a:spcBef>
              <a:spcAft>
                <a:spcPts val="0"/>
              </a:spcAft>
              <a:buSzPts val="700"/>
              <a:buChar char="●"/>
              <a:defRPr sz="700"/>
            </a:lvl7pPr>
            <a:lvl8pPr indent="-273050" lvl="7" marL="3657600">
              <a:spcBef>
                <a:spcPts val="0"/>
              </a:spcBef>
              <a:spcAft>
                <a:spcPts val="0"/>
              </a:spcAft>
              <a:buSzPts val="700"/>
              <a:buChar char="○"/>
              <a:defRPr sz="700"/>
            </a:lvl8pPr>
            <a:lvl9pPr indent="-273050" lvl="8" marL="4114800">
              <a:spcBef>
                <a:spcPts val="0"/>
              </a:spcBef>
              <a:spcAft>
                <a:spcPts val="0"/>
              </a:spcAft>
              <a:buSzPts val="700"/>
              <a:buChar char="■"/>
              <a:defRPr sz="700"/>
            </a:lvl9pPr>
          </a:lstStyle>
          <a:p/>
        </p:txBody>
      </p:sp>
      <p:sp>
        <p:nvSpPr>
          <p:cNvPr id="203" name="Google Shape;203;p31"/>
          <p:cNvSpPr/>
          <p:nvPr>
            <p:ph idx="2" type="pic"/>
          </p:nvPr>
        </p:nvSpPr>
        <p:spPr>
          <a:xfrm>
            <a:off x="1341425" y="556075"/>
            <a:ext cx="2196900" cy="2416200"/>
          </a:xfrm>
          <a:prstGeom prst="rect">
            <a:avLst/>
          </a:prstGeom>
          <a:noFill/>
          <a:ln>
            <a:noFill/>
          </a:ln>
        </p:spPr>
      </p:sp>
      <p:sp>
        <p:nvSpPr>
          <p:cNvPr id="204" name="Google Shape;204;p31"/>
          <p:cNvSpPr txBox="1"/>
          <p:nvPr>
            <p:ph idx="3" type="subTitle"/>
          </p:nvPr>
        </p:nvSpPr>
        <p:spPr>
          <a:xfrm>
            <a:off x="1341225" y="3002408"/>
            <a:ext cx="2196900" cy="30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400"/>
            </a:lvl1pPr>
            <a:lvl2pPr lvl="1">
              <a:spcBef>
                <a:spcPts val="0"/>
              </a:spcBef>
              <a:spcAft>
                <a:spcPts val="0"/>
              </a:spcAft>
              <a:buSzPts val="1400"/>
              <a:buNone/>
              <a:defRPr b="1"/>
            </a:lvl2pPr>
            <a:lvl3pPr lvl="2">
              <a:spcBef>
                <a:spcPts val="0"/>
              </a:spcBef>
              <a:spcAft>
                <a:spcPts val="0"/>
              </a:spcAft>
              <a:buSzPts val="1400"/>
              <a:buNone/>
              <a:defRPr b="1"/>
            </a:lvl3pPr>
            <a:lvl4pPr lvl="3">
              <a:spcBef>
                <a:spcPts val="0"/>
              </a:spcBef>
              <a:spcAft>
                <a:spcPts val="0"/>
              </a:spcAft>
              <a:buSzPts val="1400"/>
              <a:buNone/>
              <a:defRPr b="1"/>
            </a:lvl4pPr>
            <a:lvl5pPr lvl="4">
              <a:spcBef>
                <a:spcPts val="0"/>
              </a:spcBef>
              <a:spcAft>
                <a:spcPts val="0"/>
              </a:spcAft>
              <a:buSzPts val="1400"/>
              <a:buNone/>
              <a:defRPr b="1"/>
            </a:lvl5pPr>
            <a:lvl6pPr lvl="5">
              <a:spcBef>
                <a:spcPts val="0"/>
              </a:spcBef>
              <a:spcAft>
                <a:spcPts val="0"/>
              </a:spcAft>
              <a:buSzPts val="1400"/>
              <a:buNone/>
              <a:defRPr b="1"/>
            </a:lvl6pPr>
            <a:lvl7pPr lvl="6">
              <a:spcBef>
                <a:spcPts val="0"/>
              </a:spcBef>
              <a:spcAft>
                <a:spcPts val="0"/>
              </a:spcAft>
              <a:buSzPts val="1400"/>
              <a:buNone/>
              <a:defRPr b="1"/>
            </a:lvl7pPr>
            <a:lvl8pPr lvl="7">
              <a:spcBef>
                <a:spcPts val="0"/>
              </a:spcBef>
              <a:spcAft>
                <a:spcPts val="0"/>
              </a:spcAft>
              <a:buSzPts val="1400"/>
              <a:buNone/>
              <a:defRPr b="1"/>
            </a:lvl8pPr>
            <a:lvl9pPr lvl="8">
              <a:spcBef>
                <a:spcPts val="0"/>
              </a:spcBef>
              <a:spcAft>
                <a:spcPts val="0"/>
              </a:spcAft>
              <a:buSzPts val="1400"/>
              <a:buNone/>
              <a:defRPr b="1"/>
            </a:lvl9pPr>
          </a:lstStyle>
          <a:p/>
        </p:txBody>
      </p:sp>
      <p:sp>
        <p:nvSpPr>
          <p:cNvPr id="205" name="Google Shape;205;p31"/>
          <p:cNvSpPr txBox="1"/>
          <p:nvPr>
            <p:ph idx="4" type="body"/>
          </p:nvPr>
        </p:nvSpPr>
        <p:spPr>
          <a:xfrm>
            <a:off x="3943789" y="3338325"/>
            <a:ext cx="2196900" cy="151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sz="1100"/>
            </a:lvl1pPr>
            <a:lvl2pPr indent="-273050" lvl="1" marL="914400">
              <a:spcBef>
                <a:spcPts val="0"/>
              </a:spcBef>
              <a:spcAft>
                <a:spcPts val="0"/>
              </a:spcAft>
              <a:buSzPts val="700"/>
              <a:buChar char="○"/>
              <a:defRPr sz="700"/>
            </a:lvl2pPr>
            <a:lvl3pPr indent="-273050" lvl="2" marL="1371600">
              <a:spcBef>
                <a:spcPts val="0"/>
              </a:spcBef>
              <a:spcAft>
                <a:spcPts val="0"/>
              </a:spcAft>
              <a:buSzPts val="700"/>
              <a:buChar char="■"/>
              <a:defRPr sz="700"/>
            </a:lvl3pPr>
            <a:lvl4pPr indent="-273050" lvl="3" marL="1828800">
              <a:spcBef>
                <a:spcPts val="0"/>
              </a:spcBef>
              <a:spcAft>
                <a:spcPts val="0"/>
              </a:spcAft>
              <a:buSzPts val="700"/>
              <a:buChar char="●"/>
              <a:defRPr sz="700"/>
            </a:lvl4pPr>
            <a:lvl5pPr indent="-273050" lvl="4" marL="2286000">
              <a:spcBef>
                <a:spcPts val="0"/>
              </a:spcBef>
              <a:spcAft>
                <a:spcPts val="0"/>
              </a:spcAft>
              <a:buSzPts val="700"/>
              <a:buChar char="○"/>
              <a:defRPr sz="700"/>
            </a:lvl5pPr>
            <a:lvl6pPr indent="-273050" lvl="5" marL="2743200">
              <a:spcBef>
                <a:spcPts val="0"/>
              </a:spcBef>
              <a:spcAft>
                <a:spcPts val="0"/>
              </a:spcAft>
              <a:buSzPts val="700"/>
              <a:buChar char="■"/>
              <a:defRPr sz="700"/>
            </a:lvl6pPr>
            <a:lvl7pPr indent="-273050" lvl="6" marL="3200400">
              <a:spcBef>
                <a:spcPts val="0"/>
              </a:spcBef>
              <a:spcAft>
                <a:spcPts val="0"/>
              </a:spcAft>
              <a:buSzPts val="700"/>
              <a:buChar char="●"/>
              <a:defRPr sz="700"/>
            </a:lvl7pPr>
            <a:lvl8pPr indent="-273050" lvl="7" marL="3657600">
              <a:spcBef>
                <a:spcPts val="0"/>
              </a:spcBef>
              <a:spcAft>
                <a:spcPts val="0"/>
              </a:spcAft>
              <a:buSzPts val="700"/>
              <a:buChar char="○"/>
              <a:defRPr sz="700"/>
            </a:lvl8pPr>
            <a:lvl9pPr indent="-273050" lvl="8" marL="4114800">
              <a:spcBef>
                <a:spcPts val="0"/>
              </a:spcBef>
              <a:spcAft>
                <a:spcPts val="0"/>
              </a:spcAft>
              <a:buSzPts val="700"/>
              <a:buChar char="■"/>
              <a:defRPr sz="700"/>
            </a:lvl9pPr>
          </a:lstStyle>
          <a:p/>
        </p:txBody>
      </p:sp>
      <p:sp>
        <p:nvSpPr>
          <p:cNvPr id="206" name="Google Shape;206;p31"/>
          <p:cNvSpPr/>
          <p:nvPr>
            <p:ph idx="5" type="pic"/>
          </p:nvPr>
        </p:nvSpPr>
        <p:spPr>
          <a:xfrm>
            <a:off x="3943804" y="556075"/>
            <a:ext cx="2196900" cy="2416200"/>
          </a:xfrm>
          <a:prstGeom prst="rect">
            <a:avLst/>
          </a:prstGeom>
          <a:noFill/>
          <a:ln>
            <a:noFill/>
          </a:ln>
        </p:spPr>
      </p:sp>
      <p:sp>
        <p:nvSpPr>
          <p:cNvPr id="207" name="Google Shape;207;p31"/>
          <p:cNvSpPr txBox="1"/>
          <p:nvPr>
            <p:ph idx="6" type="subTitle"/>
          </p:nvPr>
        </p:nvSpPr>
        <p:spPr>
          <a:xfrm>
            <a:off x="3943609" y="3002408"/>
            <a:ext cx="2196900" cy="30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400"/>
            </a:lvl1pPr>
            <a:lvl2pPr lvl="1">
              <a:spcBef>
                <a:spcPts val="0"/>
              </a:spcBef>
              <a:spcAft>
                <a:spcPts val="0"/>
              </a:spcAft>
              <a:buSzPts val="1400"/>
              <a:buNone/>
              <a:defRPr b="1"/>
            </a:lvl2pPr>
            <a:lvl3pPr lvl="2">
              <a:spcBef>
                <a:spcPts val="0"/>
              </a:spcBef>
              <a:spcAft>
                <a:spcPts val="0"/>
              </a:spcAft>
              <a:buSzPts val="1400"/>
              <a:buNone/>
              <a:defRPr b="1"/>
            </a:lvl3pPr>
            <a:lvl4pPr lvl="3">
              <a:spcBef>
                <a:spcPts val="0"/>
              </a:spcBef>
              <a:spcAft>
                <a:spcPts val="0"/>
              </a:spcAft>
              <a:buSzPts val="1400"/>
              <a:buNone/>
              <a:defRPr b="1"/>
            </a:lvl4pPr>
            <a:lvl5pPr lvl="4">
              <a:spcBef>
                <a:spcPts val="0"/>
              </a:spcBef>
              <a:spcAft>
                <a:spcPts val="0"/>
              </a:spcAft>
              <a:buSzPts val="1400"/>
              <a:buNone/>
              <a:defRPr b="1"/>
            </a:lvl5pPr>
            <a:lvl6pPr lvl="5">
              <a:spcBef>
                <a:spcPts val="0"/>
              </a:spcBef>
              <a:spcAft>
                <a:spcPts val="0"/>
              </a:spcAft>
              <a:buSzPts val="1400"/>
              <a:buNone/>
              <a:defRPr b="1"/>
            </a:lvl6pPr>
            <a:lvl7pPr lvl="6">
              <a:spcBef>
                <a:spcPts val="0"/>
              </a:spcBef>
              <a:spcAft>
                <a:spcPts val="0"/>
              </a:spcAft>
              <a:buSzPts val="1400"/>
              <a:buNone/>
              <a:defRPr b="1"/>
            </a:lvl7pPr>
            <a:lvl8pPr lvl="7">
              <a:spcBef>
                <a:spcPts val="0"/>
              </a:spcBef>
              <a:spcAft>
                <a:spcPts val="0"/>
              </a:spcAft>
              <a:buSzPts val="1400"/>
              <a:buNone/>
              <a:defRPr b="1"/>
            </a:lvl8pPr>
            <a:lvl9pPr lvl="8">
              <a:spcBef>
                <a:spcPts val="0"/>
              </a:spcBef>
              <a:spcAft>
                <a:spcPts val="0"/>
              </a:spcAft>
              <a:buSzPts val="1400"/>
              <a:buNone/>
              <a:defRPr b="1"/>
            </a:lvl9pPr>
          </a:lstStyle>
          <a:p/>
        </p:txBody>
      </p:sp>
      <p:sp>
        <p:nvSpPr>
          <p:cNvPr id="208" name="Google Shape;208;p31"/>
          <p:cNvSpPr txBox="1"/>
          <p:nvPr>
            <p:ph idx="7" type="body"/>
          </p:nvPr>
        </p:nvSpPr>
        <p:spPr>
          <a:xfrm>
            <a:off x="6487599" y="3338340"/>
            <a:ext cx="2196900" cy="151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sz="1100"/>
            </a:lvl1pPr>
            <a:lvl2pPr indent="-273050" lvl="1" marL="914400">
              <a:spcBef>
                <a:spcPts val="0"/>
              </a:spcBef>
              <a:spcAft>
                <a:spcPts val="0"/>
              </a:spcAft>
              <a:buSzPts val="700"/>
              <a:buChar char="○"/>
              <a:defRPr sz="700"/>
            </a:lvl2pPr>
            <a:lvl3pPr indent="-273050" lvl="2" marL="1371600">
              <a:spcBef>
                <a:spcPts val="0"/>
              </a:spcBef>
              <a:spcAft>
                <a:spcPts val="0"/>
              </a:spcAft>
              <a:buSzPts val="700"/>
              <a:buChar char="■"/>
              <a:defRPr sz="700"/>
            </a:lvl3pPr>
            <a:lvl4pPr indent="-273050" lvl="3" marL="1828800">
              <a:spcBef>
                <a:spcPts val="0"/>
              </a:spcBef>
              <a:spcAft>
                <a:spcPts val="0"/>
              </a:spcAft>
              <a:buSzPts val="700"/>
              <a:buChar char="●"/>
              <a:defRPr sz="700"/>
            </a:lvl4pPr>
            <a:lvl5pPr indent="-273050" lvl="4" marL="2286000">
              <a:spcBef>
                <a:spcPts val="0"/>
              </a:spcBef>
              <a:spcAft>
                <a:spcPts val="0"/>
              </a:spcAft>
              <a:buSzPts val="700"/>
              <a:buChar char="○"/>
              <a:defRPr sz="700"/>
            </a:lvl5pPr>
            <a:lvl6pPr indent="-273050" lvl="5" marL="2743200">
              <a:spcBef>
                <a:spcPts val="0"/>
              </a:spcBef>
              <a:spcAft>
                <a:spcPts val="0"/>
              </a:spcAft>
              <a:buSzPts val="700"/>
              <a:buChar char="■"/>
              <a:defRPr sz="700"/>
            </a:lvl6pPr>
            <a:lvl7pPr indent="-273050" lvl="6" marL="3200400">
              <a:spcBef>
                <a:spcPts val="0"/>
              </a:spcBef>
              <a:spcAft>
                <a:spcPts val="0"/>
              </a:spcAft>
              <a:buSzPts val="700"/>
              <a:buChar char="●"/>
              <a:defRPr sz="700"/>
            </a:lvl7pPr>
            <a:lvl8pPr indent="-273050" lvl="7" marL="3657600">
              <a:spcBef>
                <a:spcPts val="0"/>
              </a:spcBef>
              <a:spcAft>
                <a:spcPts val="0"/>
              </a:spcAft>
              <a:buSzPts val="700"/>
              <a:buChar char="○"/>
              <a:defRPr sz="700"/>
            </a:lvl8pPr>
            <a:lvl9pPr indent="-273050" lvl="8" marL="4114800">
              <a:spcBef>
                <a:spcPts val="0"/>
              </a:spcBef>
              <a:spcAft>
                <a:spcPts val="0"/>
              </a:spcAft>
              <a:buSzPts val="700"/>
              <a:buChar char="■"/>
              <a:defRPr sz="700"/>
            </a:lvl9pPr>
          </a:lstStyle>
          <a:p/>
        </p:txBody>
      </p:sp>
      <p:sp>
        <p:nvSpPr>
          <p:cNvPr id="209" name="Google Shape;209;p31"/>
          <p:cNvSpPr/>
          <p:nvPr>
            <p:ph idx="8" type="pic"/>
          </p:nvPr>
        </p:nvSpPr>
        <p:spPr>
          <a:xfrm>
            <a:off x="6487604" y="556095"/>
            <a:ext cx="2196900" cy="2416200"/>
          </a:xfrm>
          <a:prstGeom prst="rect">
            <a:avLst/>
          </a:prstGeom>
          <a:noFill/>
          <a:ln>
            <a:noFill/>
          </a:ln>
        </p:spPr>
      </p:sp>
      <p:sp>
        <p:nvSpPr>
          <p:cNvPr id="210" name="Google Shape;210;p31"/>
          <p:cNvSpPr txBox="1"/>
          <p:nvPr>
            <p:ph idx="9" type="subTitle"/>
          </p:nvPr>
        </p:nvSpPr>
        <p:spPr>
          <a:xfrm>
            <a:off x="6487415" y="3002421"/>
            <a:ext cx="2196900" cy="30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400"/>
            </a:lvl1pPr>
            <a:lvl2pPr lvl="1">
              <a:spcBef>
                <a:spcPts val="0"/>
              </a:spcBef>
              <a:spcAft>
                <a:spcPts val="0"/>
              </a:spcAft>
              <a:buSzPts val="1400"/>
              <a:buNone/>
              <a:defRPr b="1"/>
            </a:lvl2pPr>
            <a:lvl3pPr lvl="2">
              <a:spcBef>
                <a:spcPts val="0"/>
              </a:spcBef>
              <a:spcAft>
                <a:spcPts val="0"/>
              </a:spcAft>
              <a:buSzPts val="1400"/>
              <a:buNone/>
              <a:defRPr b="1"/>
            </a:lvl3pPr>
            <a:lvl4pPr lvl="3">
              <a:spcBef>
                <a:spcPts val="0"/>
              </a:spcBef>
              <a:spcAft>
                <a:spcPts val="0"/>
              </a:spcAft>
              <a:buSzPts val="1400"/>
              <a:buNone/>
              <a:defRPr b="1"/>
            </a:lvl4pPr>
            <a:lvl5pPr lvl="4">
              <a:spcBef>
                <a:spcPts val="0"/>
              </a:spcBef>
              <a:spcAft>
                <a:spcPts val="0"/>
              </a:spcAft>
              <a:buSzPts val="1400"/>
              <a:buNone/>
              <a:defRPr b="1"/>
            </a:lvl5pPr>
            <a:lvl6pPr lvl="5">
              <a:spcBef>
                <a:spcPts val="0"/>
              </a:spcBef>
              <a:spcAft>
                <a:spcPts val="0"/>
              </a:spcAft>
              <a:buSzPts val="1400"/>
              <a:buNone/>
              <a:defRPr b="1"/>
            </a:lvl6pPr>
            <a:lvl7pPr lvl="6">
              <a:spcBef>
                <a:spcPts val="0"/>
              </a:spcBef>
              <a:spcAft>
                <a:spcPts val="0"/>
              </a:spcAft>
              <a:buSzPts val="1400"/>
              <a:buNone/>
              <a:defRPr b="1"/>
            </a:lvl7pPr>
            <a:lvl8pPr lvl="7">
              <a:spcBef>
                <a:spcPts val="0"/>
              </a:spcBef>
              <a:spcAft>
                <a:spcPts val="0"/>
              </a:spcAft>
              <a:buSzPts val="1400"/>
              <a:buNone/>
              <a:defRPr b="1"/>
            </a:lvl8pPr>
            <a:lvl9pPr lvl="8">
              <a:spcBef>
                <a:spcPts val="0"/>
              </a:spcBef>
              <a:spcAft>
                <a:spcPts val="0"/>
              </a:spcAft>
              <a:buSzPts val="1400"/>
              <a:buNone/>
              <a:defRPr b="1"/>
            </a:lvl9pPr>
          </a:lstStyle>
          <a:p/>
        </p:txBody>
      </p:sp>
      <p:pic>
        <p:nvPicPr>
          <p:cNvPr id="211" name="Google Shape;211;p31"/>
          <p:cNvPicPr preferRelativeResize="0"/>
          <p:nvPr/>
        </p:nvPicPr>
        <p:blipFill>
          <a:blip r:embed="rId4">
            <a:alphaModFix/>
          </a:blip>
          <a:stretch>
            <a:fillRect/>
          </a:stretch>
        </p:blipFill>
        <p:spPr>
          <a:xfrm>
            <a:off x="325504" y="556102"/>
            <a:ext cx="705144" cy="986949"/>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
    <p:spTree>
      <p:nvGrpSpPr>
        <p:cNvPr id="212" name="Shape 212"/>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mountain">
  <p:cSld name="TITLE_AND_BODY_1_1_1_1_1_1_1_1_1_1_1_1">
    <p:bg>
      <p:bgPr>
        <a:blipFill>
          <a:blip r:embed="rId2">
            <a:alphaModFix/>
          </a:blip>
          <a:stretch>
            <a:fillRect/>
          </a:stretch>
        </a:blipFill>
      </p:bgPr>
    </p:bg>
    <p:spTree>
      <p:nvGrpSpPr>
        <p:cNvPr id="213" name="Shape 213"/>
        <p:cNvGrpSpPr/>
        <p:nvPr/>
      </p:nvGrpSpPr>
      <p:grpSpPr>
        <a:xfrm>
          <a:off x="0" y="0"/>
          <a:ext cx="0" cy="0"/>
          <a:chOff x="0" y="0"/>
          <a:chExt cx="0" cy="0"/>
        </a:xfrm>
      </p:grpSpPr>
      <p:sp>
        <p:nvSpPr>
          <p:cNvPr id="214" name="Google Shape;21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15" name="Google Shape;215;p33"/>
          <p:cNvPicPr preferRelativeResize="0"/>
          <p:nvPr/>
        </p:nvPicPr>
        <p:blipFill rotWithShape="1">
          <a:blip r:embed="rId3">
            <a:alphaModFix/>
          </a:blip>
          <a:srcRect b="894" l="0" r="0" t="894"/>
          <a:stretch/>
        </p:blipFill>
        <p:spPr>
          <a:xfrm>
            <a:off x="4184900" y="716718"/>
            <a:ext cx="774200" cy="1064150"/>
          </a:xfrm>
          <a:prstGeom prst="rect">
            <a:avLst/>
          </a:prstGeom>
          <a:noFill/>
          <a:ln>
            <a:noFill/>
          </a:ln>
        </p:spPr>
      </p:pic>
      <p:pic>
        <p:nvPicPr>
          <p:cNvPr id="216" name="Google Shape;216;p33"/>
          <p:cNvPicPr preferRelativeResize="0"/>
          <p:nvPr/>
        </p:nvPicPr>
        <p:blipFill>
          <a:blip r:embed="rId4">
            <a:alphaModFix/>
          </a:blip>
          <a:stretch>
            <a:fillRect/>
          </a:stretch>
        </p:blipFill>
        <p:spPr>
          <a:xfrm>
            <a:off x="4080363" y="3872954"/>
            <a:ext cx="983274" cy="421575"/>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bg>
      <p:bgPr>
        <a:blipFill>
          <a:blip r:embed="rId2">
            <a:alphaModFix/>
          </a:blip>
          <a:stretch>
            <a:fillRect/>
          </a:stretch>
        </a:blipFill>
      </p:bgPr>
    </p:bg>
    <p:spTree>
      <p:nvGrpSpPr>
        <p:cNvPr id="217" name="Shape 217"/>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2_1">
    <p:spTree>
      <p:nvGrpSpPr>
        <p:cNvPr id="218" name="Shape 218"/>
        <p:cNvGrpSpPr/>
        <p:nvPr/>
      </p:nvGrpSpPr>
      <p:grpSpPr>
        <a:xfrm>
          <a:off x="0" y="0"/>
          <a:ext cx="0" cy="0"/>
          <a:chOff x="0" y="0"/>
          <a:chExt cx="0" cy="0"/>
        </a:xfrm>
      </p:grpSpPr>
      <p:pic>
        <p:nvPicPr>
          <p:cNvPr id="219" name="Google Shape;219;p35"/>
          <p:cNvPicPr preferRelativeResize="0"/>
          <p:nvPr/>
        </p:nvPicPr>
        <p:blipFill rotWithShape="1">
          <a:blip r:embed="rId2">
            <a:alphaModFix amt="25000"/>
          </a:blip>
          <a:srcRect b="0" l="1239" r="1229" t="0"/>
          <a:stretch/>
        </p:blipFill>
        <p:spPr>
          <a:xfrm>
            <a:off x="0" y="-65100"/>
            <a:ext cx="9144000" cy="5273699"/>
          </a:xfrm>
          <a:prstGeom prst="rect">
            <a:avLst/>
          </a:prstGeom>
          <a:noFill/>
          <a:ln>
            <a:noFill/>
          </a:ln>
        </p:spPr>
      </p:pic>
      <p:pic>
        <p:nvPicPr>
          <p:cNvPr id="220" name="Google Shape;220;p35"/>
          <p:cNvPicPr preferRelativeResize="0"/>
          <p:nvPr/>
        </p:nvPicPr>
        <p:blipFill rotWithShape="1">
          <a:blip r:embed="rId3">
            <a:alphaModFix/>
          </a:blip>
          <a:srcRect b="8312" l="0" r="0" t="8312"/>
          <a:stretch/>
        </p:blipFill>
        <p:spPr>
          <a:xfrm>
            <a:off x="-18288" y="-71975"/>
            <a:ext cx="9162286" cy="1206125"/>
          </a:xfrm>
          <a:prstGeom prst="rect">
            <a:avLst/>
          </a:prstGeom>
          <a:noFill/>
          <a:ln>
            <a:noFill/>
          </a:ln>
        </p:spPr>
      </p:pic>
      <p:sp>
        <p:nvSpPr>
          <p:cNvPr id="221" name="Google Shape;221;p3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FFFFFF"/>
              </a:buClr>
              <a:buSzPts val="2800"/>
              <a:buNone/>
              <a:defRPr>
                <a:solidFill>
                  <a:srgbClr val="FFFFFF"/>
                </a:solidFill>
              </a:defRPr>
            </a:lvl1pPr>
            <a:lvl2pPr lvl="1">
              <a:spcBef>
                <a:spcPts val="0"/>
              </a:spcBef>
              <a:spcAft>
                <a:spcPts val="0"/>
              </a:spcAft>
              <a:buClr>
                <a:srgbClr val="FFFFFF"/>
              </a:buClr>
              <a:buSzPts val="2800"/>
              <a:buNone/>
              <a:defRPr>
                <a:solidFill>
                  <a:srgbClr val="FFFFFF"/>
                </a:solidFill>
              </a:defRPr>
            </a:lvl2pPr>
            <a:lvl3pPr lvl="2">
              <a:spcBef>
                <a:spcPts val="0"/>
              </a:spcBef>
              <a:spcAft>
                <a:spcPts val="0"/>
              </a:spcAft>
              <a:buClr>
                <a:srgbClr val="FFFFFF"/>
              </a:buClr>
              <a:buSzPts val="2800"/>
              <a:buNone/>
              <a:defRPr>
                <a:solidFill>
                  <a:srgbClr val="FFFFFF"/>
                </a:solidFill>
              </a:defRPr>
            </a:lvl3pPr>
            <a:lvl4pPr lvl="3">
              <a:spcBef>
                <a:spcPts val="0"/>
              </a:spcBef>
              <a:spcAft>
                <a:spcPts val="0"/>
              </a:spcAft>
              <a:buClr>
                <a:srgbClr val="FFFFFF"/>
              </a:buClr>
              <a:buSzPts val="2800"/>
              <a:buNone/>
              <a:defRPr>
                <a:solidFill>
                  <a:srgbClr val="FFFFFF"/>
                </a:solidFill>
              </a:defRPr>
            </a:lvl4pPr>
            <a:lvl5pPr lvl="4">
              <a:spcBef>
                <a:spcPts val="0"/>
              </a:spcBef>
              <a:spcAft>
                <a:spcPts val="0"/>
              </a:spcAft>
              <a:buClr>
                <a:srgbClr val="FFFFFF"/>
              </a:buClr>
              <a:buSzPts val="2800"/>
              <a:buNone/>
              <a:defRPr>
                <a:solidFill>
                  <a:srgbClr val="FFFFFF"/>
                </a:solidFill>
              </a:defRPr>
            </a:lvl5pPr>
            <a:lvl6pPr lvl="5">
              <a:spcBef>
                <a:spcPts val="0"/>
              </a:spcBef>
              <a:spcAft>
                <a:spcPts val="0"/>
              </a:spcAft>
              <a:buClr>
                <a:srgbClr val="FFFFFF"/>
              </a:buClr>
              <a:buSzPts val="2800"/>
              <a:buNone/>
              <a:defRPr>
                <a:solidFill>
                  <a:srgbClr val="FFFFFF"/>
                </a:solidFill>
              </a:defRPr>
            </a:lvl6pPr>
            <a:lvl7pPr lvl="6">
              <a:spcBef>
                <a:spcPts val="0"/>
              </a:spcBef>
              <a:spcAft>
                <a:spcPts val="0"/>
              </a:spcAft>
              <a:buClr>
                <a:srgbClr val="FFFFFF"/>
              </a:buClr>
              <a:buSzPts val="2800"/>
              <a:buNone/>
              <a:defRPr>
                <a:solidFill>
                  <a:srgbClr val="FFFFFF"/>
                </a:solidFill>
              </a:defRPr>
            </a:lvl7pPr>
            <a:lvl8pPr lvl="7">
              <a:spcBef>
                <a:spcPts val="0"/>
              </a:spcBef>
              <a:spcAft>
                <a:spcPts val="0"/>
              </a:spcAft>
              <a:buClr>
                <a:srgbClr val="FFFFFF"/>
              </a:buClr>
              <a:buSzPts val="2800"/>
              <a:buNone/>
              <a:defRPr>
                <a:solidFill>
                  <a:srgbClr val="FFFFFF"/>
                </a:solidFill>
              </a:defRPr>
            </a:lvl8pPr>
            <a:lvl9pPr lvl="8">
              <a:spcBef>
                <a:spcPts val="0"/>
              </a:spcBef>
              <a:spcAft>
                <a:spcPts val="0"/>
              </a:spcAft>
              <a:buClr>
                <a:srgbClr val="FFFFFF"/>
              </a:buClr>
              <a:buSzPts val="2800"/>
              <a:buNone/>
              <a:defRPr>
                <a:solidFill>
                  <a:srgbClr val="FFFFFF"/>
                </a:solidFill>
              </a:defRPr>
            </a:lvl9pPr>
          </a:lstStyle>
          <a:p/>
        </p:txBody>
      </p:sp>
      <p:sp>
        <p:nvSpPr>
          <p:cNvPr id="222" name="Google Shape;222;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3" name="Google Shape;223;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24" name="Google Shape;224;p35"/>
          <p:cNvPicPr preferRelativeResize="0"/>
          <p:nvPr/>
        </p:nvPicPr>
        <p:blipFill>
          <a:blip r:embed="rId4">
            <a:alphaModFix/>
          </a:blip>
          <a:stretch>
            <a:fillRect/>
          </a:stretch>
        </p:blipFill>
        <p:spPr>
          <a:xfrm>
            <a:off x="8264350" y="625850"/>
            <a:ext cx="567939" cy="572698"/>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3">
    <p:spTree>
      <p:nvGrpSpPr>
        <p:cNvPr id="225" name="Shape 225"/>
        <p:cNvGrpSpPr/>
        <p:nvPr/>
      </p:nvGrpSpPr>
      <p:grpSpPr>
        <a:xfrm>
          <a:off x="0" y="0"/>
          <a:ext cx="0" cy="0"/>
          <a:chOff x="0" y="0"/>
          <a:chExt cx="0" cy="0"/>
        </a:xfrm>
      </p:grpSpPr>
      <p:sp>
        <p:nvSpPr>
          <p:cNvPr id="226" name="Google Shape;226;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2284C"/>
              </a:buClr>
              <a:buSzPts val="2800"/>
              <a:buNone/>
              <a:defRPr>
                <a:solidFill>
                  <a:srgbClr val="12284C"/>
                </a:solidFill>
              </a:defRPr>
            </a:lvl1pPr>
            <a:lvl2pPr lvl="1">
              <a:spcBef>
                <a:spcPts val="0"/>
              </a:spcBef>
              <a:spcAft>
                <a:spcPts val="0"/>
              </a:spcAft>
              <a:buClr>
                <a:srgbClr val="12284C"/>
              </a:buClr>
              <a:buSzPts val="2800"/>
              <a:buNone/>
              <a:defRPr>
                <a:solidFill>
                  <a:srgbClr val="12284C"/>
                </a:solidFill>
              </a:defRPr>
            </a:lvl2pPr>
            <a:lvl3pPr lvl="2">
              <a:spcBef>
                <a:spcPts val="0"/>
              </a:spcBef>
              <a:spcAft>
                <a:spcPts val="0"/>
              </a:spcAft>
              <a:buClr>
                <a:srgbClr val="12284C"/>
              </a:buClr>
              <a:buSzPts val="2800"/>
              <a:buNone/>
              <a:defRPr>
                <a:solidFill>
                  <a:srgbClr val="12284C"/>
                </a:solidFill>
              </a:defRPr>
            </a:lvl3pPr>
            <a:lvl4pPr lvl="3">
              <a:spcBef>
                <a:spcPts val="0"/>
              </a:spcBef>
              <a:spcAft>
                <a:spcPts val="0"/>
              </a:spcAft>
              <a:buClr>
                <a:srgbClr val="12284C"/>
              </a:buClr>
              <a:buSzPts val="2800"/>
              <a:buNone/>
              <a:defRPr>
                <a:solidFill>
                  <a:srgbClr val="12284C"/>
                </a:solidFill>
              </a:defRPr>
            </a:lvl4pPr>
            <a:lvl5pPr lvl="4">
              <a:spcBef>
                <a:spcPts val="0"/>
              </a:spcBef>
              <a:spcAft>
                <a:spcPts val="0"/>
              </a:spcAft>
              <a:buClr>
                <a:srgbClr val="12284C"/>
              </a:buClr>
              <a:buSzPts val="2800"/>
              <a:buNone/>
              <a:defRPr>
                <a:solidFill>
                  <a:srgbClr val="12284C"/>
                </a:solidFill>
              </a:defRPr>
            </a:lvl5pPr>
            <a:lvl6pPr lvl="5">
              <a:spcBef>
                <a:spcPts val="0"/>
              </a:spcBef>
              <a:spcAft>
                <a:spcPts val="0"/>
              </a:spcAft>
              <a:buClr>
                <a:srgbClr val="12284C"/>
              </a:buClr>
              <a:buSzPts val="2800"/>
              <a:buNone/>
              <a:defRPr>
                <a:solidFill>
                  <a:srgbClr val="12284C"/>
                </a:solidFill>
              </a:defRPr>
            </a:lvl6pPr>
            <a:lvl7pPr lvl="6">
              <a:spcBef>
                <a:spcPts val="0"/>
              </a:spcBef>
              <a:spcAft>
                <a:spcPts val="0"/>
              </a:spcAft>
              <a:buClr>
                <a:srgbClr val="12284C"/>
              </a:buClr>
              <a:buSzPts val="2800"/>
              <a:buNone/>
              <a:defRPr>
                <a:solidFill>
                  <a:srgbClr val="12284C"/>
                </a:solidFill>
              </a:defRPr>
            </a:lvl7pPr>
            <a:lvl8pPr lvl="7">
              <a:spcBef>
                <a:spcPts val="0"/>
              </a:spcBef>
              <a:spcAft>
                <a:spcPts val="0"/>
              </a:spcAft>
              <a:buClr>
                <a:srgbClr val="12284C"/>
              </a:buClr>
              <a:buSzPts val="2800"/>
              <a:buNone/>
              <a:defRPr>
                <a:solidFill>
                  <a:srgbClr val="12284C"/>
                </a:solidFill>
              </a:defRPr>
            </a:lvl8pPr>
            <a:lvl9pPr lvl="8">
              <a:spcBef>
                <a:spcPts val="0"/>
              </a:spcBef>
              <a:spcAft>
                <a:spcPts val="0"/>
              </a:spcAft>
              <a:buClr>
                <a:srgbClr val="12284C"/>
              </a:buClr>
              <a:buSzPts val="2800"/>
              <a:buNone/>
              <a:defRPr>
                <a:solidFill>
                  <a:srgbClr val="12284C"/>
                </a:solidFill>
              </a:defRPr>
            </a:lvl9pPr>
          </a:lstStyle>
          <a:p/>
        </p:txBody>
      </p:sp>
      <p:sp>
        <p:nvSpPr>
          <p:cNvPr id="227" name="Google Shape;227;p36"/>
          <p:cNvSpPr txBox="1"/>
          <p:nvPr>
            <p:ph idx="1" type="body"/>
          </p:nvPr>
        </p:nvSpPr>
        <p:spPr>
          <a:xfrm>
            <a:off x="311700" y="1519825"/>
            <a:ext cx="8520600" cy="2709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8" name="Google Shape;228;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29" name="Google Shape;229;p36"/>
          <p:cNvPicPr preferRelativeResize="0"/>
          <p:nvPr/>
        </p:nvPicPr>
        <p:blipFill>
          <a:blip r:embed="rId2">
            <a:alphaModFix/>
          </a:blip>
          <a:stretch>
            <a:fillRect/>
          </a:stretch>
        </p:blipFill>
        <p:spPr>
          <a:xfrm>
            <a:off x="8240351" y="478975"/>
            <a:ext cx="638054" cy="643400"/>
          </a:xfrm>
          <a:prstGeom prst="rect">
            <a:avLst/>
          </a:prstGeom>
          <a:noFill/>
          <a:ln>
            <a:noFill/>
          </a:ln>
        </p:spPr>
      </p:pic>
      <p:sp>
        <p:nvSpPr>
          <p:cNvPr id="230" name="Google Shape;230;p36"/>
          <p:cNvSpPr txBox="1"/>
          <p:nvPr>
            <p:ph idx="2" type="subTitle"/>
          </p:nvPr>
        </p:nvSpPr>
        <p:spPr>
          <a:xfrm>
            <a:off x="311700" y="1017725"/>
            <a:ext cx="8520600" cy="5727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Relationship Id="rId17" Type="http://schemas.openxmlformats.org/officeDocument/2006/relationships/slideLayout" Target="../slideLayouts/slideLayout31.xml"/><Relationship Id="rId18" Type="http://schemas.openxmlformats.org/officeDocument/2006/relationships/slideLayout" Target="../slideLayouts/slideLayout32.xml"/><Relationship Id="rId19" Type="http://schemas.openxmlformats.org/officeDocument/2006/relationships/slideLayout" Target="../slideLayouts/slideLayout33.xml"/><Relationship Id="rId20" Type="http://schemas.openxmlformats.org/officeDocument/2006/relationships/slideLayout" Target="../slideLayouts/slideLayout34.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4" name="Shape 64"/>
        <p:cNvGrpSpPr/>
        <p:nvPr/>
      </p:nvGrpSpPr>
      <p:grpSpPr>
        <a:xfrm>
          <a:off x="0" y="0"/>
          <a:ext cx="0" cy="0"/>
          <a:chOff x="0" y="0"/>
          <a:chExt cx="0" cy="0"/>
        </a:xfrm>
      </p:grpSpPr>
      <p:sp>
        <p:nvSpPr>
          <p:cNvPr id="65" name="Google Shape;65;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12284C"/>
              </a:buClr>
              <a:buSzPts val="2800"/>
              <a:buFont typeface="Montserrat Black"/>
              <a:buNone/>
              <a:defRPr sz="2800">
                <a:solidFill>
                  <a:srgbClr val="12284C"/>
                </a:solidFill>
                <a:latin typeface="Montserrat Black"/>
                <a:ea typeface="Montserrat Black"/>
                <a:cs typeface="Montserrat Black"/>
                <a:sym typeface="Montserrat Black"/>
              </a:defRPr>
            </a:lvl1pPr>
            <a:lvl2pPr lvl="1">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2pPr>
            <a:lvl3pPr lvl="2">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3pPr>
            <a:lvl4pPr lvl="3">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4pPr>
            <a:lvl5pPr lvl="4">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5pPr>
            <a:lvl6pPr lvl="5">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6pPr>
            <a:lvl7pPr lvl="6">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7pPr>
            <a:lvl8pPr lvl="7">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8pPr>
            <a:lvl9pPr lvl="8">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9pPr>
          </a:lstStyle>
          <a:p/>
        </p:txBody>
      </p:sp>
      <p:sp>
        <p:nvSpPr>
          <p:cNvPr id="66" name="Google Shape;66;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rgbClr val="12284C"/>
              </a:buClr>
              <a:buSzPts val="1800"/>
              <a:buFont typeface="Montserrat"/>
              <a:buChar char="●"/>
              <a:defRPr sz="1800">
                <a:solidFill>
                  <a:srgbClr val="12284C"/>
                </a:solidFill>
                <a:latin typeface="Montserrat"/>
                <a:ea typeface="Montserrat"/>
                <a:cs typeface="Montserrat"/>
                <a:sym typeface="Montserrat"/>
              </a:defRPr>
            </a:lvl1pPr>
            <a:lvl2pPr indent="-317500" lvl="1" marL="914400">
              <a:lnSpc>
                <a:spcPct val="115000"/>
              </a:lnSpc>
              <a:spcBef>
                <a:spcPts val="0"/>
              </a:spcBef>
              <a:spcAft>
                <a:spcPts val="0"/>
              </a:spcAft>
              <a:buClr>
                <a:srgbClr val="12284C"/>
              </a:buClr>
              <a:buSzPts val="1400"/>
              <a:buFont typeface="Montserrat"/>
              <a:buChar char="○"/>
              <a:defRPr>
                <a:solidFill>
                  <a:srgbClr val="12284C"/>
                </a:solidFill>
                <a:latin typeface="Montserrat"/>
                <a:ea typeface="Montserrat"/>
                <a:cs typeface="Montserrat"/>
                <a:sym typeface="Montserrat"/>
              </a:defRPr>
            </a:lvl2pPr>
            <a:lvl3pPr indent="-317500" lvl="2" marL="1371600">
              <a:lnSpc>
                <a:spcPct val="115000"/>
              </a:lnSpc>
              <a:spcBef>
                <a:spcPts val="0"/>
              </a:spcBef>
              <a:spcAft>
                <a:spcPts val="0"/>
              </a:spcAft>
              <a:buClr>
                <a:srgbClr val="12284C"/>
              </a:buClr>
              <a:buSzPts val="1400"/>
              <a:buFont typeface="Montserrat"/>
              <a:buChar char="■"/>
              <a:defRPr>
                <a:solidFill>
                  <a:srgbClr val="12284C"/>
                </a:solidFill>
                <a:latin typeface="Montserrat"/>
                <a:ea typeface="Montserrat"/>
                <a:cs typeface="Montserrat"/>
                <a:sym typeface="Montserrat"/>
              </a:defRPr>
            </a:lvl3pPr>
            <a:lvl4pPr indent="-317500" lvl="3" marL="1828800">
              <a:lnSpc>
                <a:spcPct val="115000"/>
              </a:lnSpc>
              <a:spcBef>
                <a:spcPts val="0"/>
              </a:spcBef>
              <a:spcAft>
                <a:spcPts val="0"/>
              </a:spcAft>
              <a:buClr>
                <a:srgbClr val="12284C"/>
              </a:buClr>
              <a:buSzPts val="1400"/>
              <a:buFont typeface="Montserrat"/>
              <a:buChar char="●"/>
              <a:defRPr>
                <a:solidFill>
                  <a:srgbClr val="12284C"/>
                </a:solidFill>
                <a:latin typeface="Montserrat"/>
                <a:ea typeface="Montserrat"/>
                <a:cs typeface="Montserrat"/>
                <a:sym typeface="Montserrat"/>
              </a:defRPr>
            </a:lvl4pPr>
            <a:lvl5pPr indent="-317500" lvl="4" marL="2286000">
              <a:lnSpc>
                <a:spcPct val="115000"/>
              </a:lnSpc>
              <a:spcBef>
                <a:spcPts val="0"/>
              </a:spcBef>
              <a:spcAft>
                <a:spcPts val="0"/>
              </a:spcAft>
              <a:buClr>
                <a:srgbClr val="12284C"/>
              </a:buClr>
              <a:buSzPts val="1400"/>
              <a:buFont typeface="Montserrat"/>
              <a:buChar char="○"/>
              <a:defRPr>
                <a:solidFill>
                  <a:srgbClr val="12284C"/>
                </a:solidFill>
                <a:latin typeface="Montserrat"/>
                <a:ea typeface="Montserrat"/>
                <a:cs typeface="Montserrat"/>
                <a:sym typeface="Montserrat"/>
              </a:defRPr>
            </a:lvl5pPr>
            <a:lvl6pPr indent="-317500" lvl="5" marL="2743200">
              <a:lnSpc>
                <a:spcPct val="115000"/>
              </a:lnSpc>
              <a:spcBef>
                <a:spcPts val="0"/>
              </a:spcBef>
              <a:spcAft>
                <a:spcPts val="0"/>
              </a:spcAft>
              <a:buClr>
                <a:srgbClr val="12284C"/>
              </a:buClr>
              <a:buSzPts val="1400"/>
              <a:buFont typeface="Montserrat"/>
              <a:buChar char="■"/>
              <a:defRPr>
                <a:solidFill>
                  <a:srgbClr val="12284C"/>
                </a:solidFill>
                <a:latin typeface="Montserrat"/>
                <a:ea typeface="Montserrat"/>
                <a:cs typeface="Montserrat"/>
                <a:sym typeface="Montserrat"/>
              </a:defRPr>
            </a:lvl6pPr>
            <a:lvl7pPr indent="-317500" lvl="6" marL="3200400">
              <a:lnSpc>
                <a:spcPct val="115000"/>
              </a:lnSpc>
              <a:spcBef>
                <a:spcPts val="0"/>
              </a:spcBef>
              <a:spcAft>
                <a:spcPts val="0"/>
              </a:spcAft>
              <a:buClr>
                <a:srgbClr val="12284C"/>
              </a:buClr>
              <a:buSzPts val="1400"/>
              <a:buFont typeface="Montserrat"/>
              <a:buChar char="●"/>
              <a:defRPr>
                <a:solidFill>
                  <a:srgbClr val="12284C"/>
                </a:solidFill>
                <a:latin typeface="Montserrat"/>
                <a:ea typeface="Montserrat"/>
                <a:cs typeface="Montserrat"/>
                <a:sym typeface="Montserrat"/>
              </a:defRPr>
            </a:lvl7pPr>
            <a:lvl8pPr indent="-317500" lvl="7" marL="3657600">
              <a:lnSpc>
                <a:spcPct val="115000"/>
              </a:lnSpc>
              <a:spcBef>
                <a:spcPts val="0"/>
              </a:spcBef>
              <a:spcAft>
                <a:spcPts val="0"/>
              </a:spcAft>
              <a:buClr>
                <a:srgbClr val="12284C"/>
              </a:buClr>
              <a:buSzPts val="1400"/>
              <a:buFont typeface="Montserrat"/>
              <a:buChar char="○"/>
              <a:defRPr>
                <a:solidFill>
                  <a:srgbClr val="12284C"/>
                </a:solidFill>
                <a:latin typeface="Montserrat"/>
                <a:ea typeface="Montserrat"/>
                <a:cs typeface="Montserrat"/>
                <a:sym typeface="Montserrat"/>
              </a:defRPr>
            </a:lvl8pPr>
            <a:lvl9pPr indent="-317500" lvl="8" marL="4114800">
              <a:lnSpc>
                <a:spcPct val="115000"/>
              </a:lnSpc>
              <a:spcBef>
                <a:spcPts val="0"/>
              </a:spcBef>
              <a:spcAft>
                <a:spcPts val="0"/>
              </a:spcAft>
              <a:buClr>
                <a:srgbClr val="12284C"/>
              </a:buClr>
              <a:buSzPts val="1400"/>
              <a:buFont typeface="Montserrat"/>
              <a:buChar char="■"/>
              <a:defRPr>
                <a:solidFill>
                  <a:srgbClr val="12284C"/>
                </a:solidFill>
                <a:latin typeface="Montserrat"/>
                <a:ea typeface="Montserrat"/>
                <a:cs typeface="Montserrat"/>
                <a:sym typeface="Montserrat"/>
              </a:defRPr>
            </a:lvl9pPr>
          </a:lstStyle>
          <a:p/>
        </p:txBody>
      </p:sp>
      <p:sp>
        <p:nvSpPr>
          <p:cNvPr id="67" name="Google Shape;6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2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4" name="Shape 234"/>
        <p:cNvGrpSpPr/>
        <p:nvPr/>
      </p:nvGrpSpPr>
      <p:grpSpPr>
        <a:xfrm>
          <a:off x="0" y="0"/>
          <a:ext cx="0" cy="0"/>
          <a:chOff x="0" y="0"/>
          <a:chExt cx="0" cy="0"/>
        </a:xfrm>
      </p:grpSpPr>
      <p:sp>
        <p:nvSpPr>
          <p:cNvPr id="235" name="Google Shape;235;p37"/>
          <p:cNvSpPr txBox="1"/>
          <p:nvPr>
            <p:ph type="ctrTitle"/>
          </p:nvPr>
        </p:nvSpPr>
        <p:spPr>
          <a:xfrm>
            <a:off x="497225" y="1166125"/>
            <a:ext cx="5168700" cy="1750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en" sz="3800"/>
              <a:t>Weekly Productivity Update</a:t>
            </a:r>
            <a:endParaRPr sz="3800"/>
          </a:p>
          <a:p>
            <a:pPr indent="0" lvl="0" marL="0" rtl="0" algn="l">
              <a:lnSpc>
                <a:spcPct val="115000"/>
              </a:lnSpc>
              <a:spcBef>
                <a:spcPts val="0"/>
              </a:spcBef>
              <a:spcAft>
                <a:spcPts val="0"/>
              </a:spcAft>
              <a:buSzPts val="990"/>
              <a:buNone/>
            </a:pPr>
            <a:r>
              <a:t/>
            </a:r>
            <a:endParaRPr sz="3800"/>
          </a:p>
        </p:txBody>
      </p:sp>
      <p:sp>
        <p:nvSpPr>
          <p:cNvPr id="236" name="Google Shape;236;p37"/>
          <p:cNvSpPr txBox="1"/>
          <p:nvPr>
            <p:ph type="ctrTitle"/>
          </p:nvPr>
        </p:nvSpPr>
        <p:spPr>
          <a:xfrm>
            <a:off x="569100" y="2993350"/>
            <a:ext cx="4854000" cy="1750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en" sz="1400">
                <a:latin typeface="Montserrat"/>
                <a:ea typeface="Montserrat"/>
                <a:cs typeface="Montserrat"/>
                <a:sym typeface="Montserrat"/>
              </a:rPr>
              <a:t>Month: May</a:t>
            </a:r>
            <a:endParaRPr sz="1400">
              <a:latin typeface="Montserrat"/>
              <a:ea typeface="Montserrat"/>
              <a:cs typeface="Montserrat"/>
              <a:sym typeface="Montserrat"/>
            </a:endParaRPr>
          </a:p>
          <a:p>
            <a:pPr indent="0" lvl="0" marL="0" rtl="0" algn="l">
              <a:lnSpc>
                <a:spcPct val="115000"/>
              </a:lnSpc>
              <a:spcBef>
                <a:spcPts val="0"/>
              </a:spcBef>
              <a:spcAft>
                <a:spcPts val="0"/>
              </a:spcAft>
              <a:buSzPts val="990"/>
              <a:buNone/>
            </a:pPr>
            <a:r>
              <a:rPr lang="en" sz="1400">
                <a:latin typeface="Montserrat"/>
                <a:ea typeface="Montserrat"/>
                <a:cs typeface="Montserrat"/>
                <a:sym typeface="Montserrat"/>
              </a:rPr>
              <a:t>Week No: 3</a:t>
            </a:r>
            <a:endParaRPr sz="1400">
              <a:latin typeface="Montserrat"/>
              <a:ea typeface="Montserrat"/>
              <a:cs typeface="Montserrat"/>
              <a:sym typeface="Montserrat"/>
            </a:endParaRPr>
          </a:p>
          <a:p>
            <a:pPr indent="0" lvl="0" marL="0" rtl="0" algn="l">
              <a:lnSpc>
                <a:spcPct val="115000"/>
              </a:lnSpc>
              <a:spcBef>
                <a:spcPts val="0"/>
              </a:spcBef>
              <a:spcAft>
                <a:spcPts val="0"/>
              </a:spcAft>
              <a:buSzPts val="990"/>
              <a:buNone/>
            </a:pPr>
            <a:r>
              <a:rPr lang="en" sz="1400">
                <a:latin typeface="Montserrat"/>
                <a:ea typeface="Montserrat"/>
                <a:cs typeface="Montserrat"/>
                <a:sym typeface="Montserrat"/>
              </a:rPr>
              <a:t>Reporting Date: 05/25/2026</a:t>
            </a:r>
            <a:endParaRPr sz="1400">
              <a:latin typeface="Montserrat"/>
              <a:ea typeface="Montserrat"/>
              <a:cs typeface="Montserrat"/>
              <a:sym typeface="Montserrat"/>
            </a:endParaRPr>
          </a:p>
          <a:p>
            <a:pPr indent="0" lvl="0" marL="0" rtl="0" algn="l">
              <a:lnSpc>
                <a:spcPct val="115000"/>
              </a:lnSpc>
              <a:spcBef>
                <a:spcPts val="0"/>
              </a:spcBef>
              <a:spcAft>
                <a:spcPts val="0"/>
              </a:spcAft>
              <a:buSzPts val="990"/>
              <a:buNone/>
            </a:pPr>
            <a:r>
              <a:t/>
            </a:r>
            <a:endParaRPr sz="1400">
              <a:latin typeface="Montserrat"/>
              <a:ea typeface="Montserrat"/>
              <a:cs typeface="Montserrat"/>
              <a:sym typeface="Montserrat"/>
            </a:endParaRPr>
          </a:p>
          <a:p>
            <a:pPr indent="0" lvl="0" marL="0" rtl="0" algn="l">
              <a:lnSpc>
                <a:spcPct val="115000"/>
              </a:lnSpc>
              <a:spcBef>
                <a:spcPts val="0"/>
              </a:spcBef>
              <a:spcAft>
                <a:spcPts val="0"/>
              </a:spcAft>
              <a:buSzPts val="990"/>
              <a:buNone/>
            </a:pPr>
            <a:r>
              <a:rPr lang="en" sz="1400">
                <a:latin typeface="Montserrat"/>
                <a:ea typeface="Montserrat"/>
                <a:cs typeface="Montserrat"/>
                <a:sym typeface="Montserrat"/>
              </a:rPr>
              <a:t>Presented By: Kevin Mensah</a:t>
            </a:r>
            <a:endParaRPr sz="1400">
              <a:latin typeface="Montserrat"/>
              <a:ea typeface="Montserrat"/>
              <a:cs typeface="Montserrat"/>
              <a:sym typeface="Montserrat"/>
            </a:endParaRPr>
          </a:p>
          <a:p>
            <a:pPr indent="0" lvl="0" marL="0" rtl="0" algn="l">
              <a:lnSpc>
                <a:spcPct val="115000"/>
              </a:lnSpc>
              <a:spcBef>
                <a:spcPts val="0"/>
              </a:spcBef>
              <a:spcAft>
                <a:spcPts val="0"/>
              </a:spcAft>
              <a:buSzPts val="990"/>
              <a:buNone/>
            </a:pPr>
            <a:r>
              <a:t/>
            </a:r>
            <a:endParaRPr sz="3800">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261250" y="169515"/>
            <a:ext cx="8496300" cy="3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600"/>
              <a:t>Part 1.3: Weekly Planned vs Actual Analysis</a:t>
            </a:r>
            <a:endParaRPr sz="1600"/>
          </a:p>
        </p:txBody>
      </p:sp>
      <p:sp>
        <p:nvSpPr>
          <p:cNvPr id="242" name="Google Shape;242;p38"/>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 </a:t>
            </a:r>
            <a:r>
              <a:rPr lang="en" sz="2000"/>
              <a:t> </a:t>
            </a:r>
            <a:endParaRPr sz="2000"/>
          </a:p>
        </p:txBody>
      </p:sp>
      <p:graphicFrame>
        <p:nvGraphicFramePr>
          <p:cNvPr id="243" name="Google Shape;243;p38"/>
          <p:cNvGraphicFramePr/>
          <p:nvPr/>
        </p:nvGraphicFramePr>
        <p:xfrm>
          <a:off x="348338" y="935800"/>
          <a:ext cx="3000000" cy="3000000"/>
        </p:xfrm>
        <a:graphic>
          <a:graphicData uri="http://schemas.openxmlformats.org/drawingml/2006/table">
            <a:tbl>
              <a:tblPr>
                <a:noFill/>
                <a:tableStyleId>{E096F313-4B49-42B1-A1C5-13A5E9195BEB}</a:tableStyleId>
              </a:tblPr>
              <a:tblGrid>
                <a:gridCol w="963825"/>
                <a:gridCol w="1347375"/>
                <a:gridCol w="1809125"/>
                <a:gridCol w="882725"/>
                <a:gridCol w="871175"/>
                <a:gridCol w="750575"/>
                <a:gridCol w="1697325"/>
              </a:tblGrid>
              <a:tr h="415400">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Category</a:t>
                      </a:r>
                      <a:endParaRPr b="1" sz="900">
                        <a:latin typeface="Montserrat"/>
                        <a:ea typeface="Montserrat"/>
                        <a:cs typeface="Montserrat"/>
                        <a:sym typeface="Montserrat"/>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Application/Domain</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Task/Activity Description</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Planned/ Unplanned</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Planned</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Actual</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Remarks</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67075">
                <a:tc>
                  <a:txBody>
                    <a:bodyPr/>
                    <a:lstStyle/>
                    <a:p>
                      <a:pPr indent="0" lvl="0" marL="0" marR="0" rtl="0" algn="l">
                        <a:lnSpc>
                          <a:spcPct val="100000"/>
                        </a:lnSpc>
                        <a:spcBef>
                          <a:spcPts val="0"/>
                        </a:spcBef>
                        <a:spcAft>
                          <a:spcPts val="0"/>
                        </a:spcAft>
                        <a:buNone/>
                      </a:pPr>
                      <a:r>
                        <a:t>Operations &amp; Maintenance</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82600" rtl="0" algn="l">
                        <a:lnSpc>
                          <a:spcPct val="97300"/>
                        </a:lnSpc>
                        <a:spcBef>
                          <a:spcPts val="0"/>
                        </a:spcBef>
                        <a:spcAft>
                          <a:spcPts val="0"/>
                        </a:spcAft>
                        <a:buNone/>
                      </a:pPr>
                      <a:r>
                        <a:rPr lang="en" sz="800" u="none" cap="none" strike="noStrike">
                          <a:solidFill>
                            <a:srgbClr val="1F1F1F"/>
                          </a:solidFill>
                          <a:latin typeface="Montserrat"/>
                          <a:ea typeface="Montserrat"/>
                          <a:cs typeface="Montserrat"/>
                          <a:sym typeface="Montserrat"/>
                        </a:rPr>
                        <a:t>Maintenance (Not Reflected in Service Desk)</a:t>
                      </a:r>
                      <a:endParaRPr sz="800" u="none" cap="none" strike="noStrike">
                        <a:latin typeface="Montserrat"/>
                        <a:ea typeface="Montserrat"/>
                        <a:cs typeface="Montserrat"/>
                        <a:sym typeface="Montserrat"/>
                      </a:endParaRPr>
                    </a:p>
                  </a:txBody>
                  <a:tcPr marT="6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Team Meetings</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huddle</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325">
                <a:tc>
                  <a:txBody>
                    <a:bodyPr/>
                    <a:lstStyle/>
                    <a:p>
                      <a:pPr indent="0" lvl="0" marL="0" marR="0" rtl="0" algn="l">
                        <a:lnSpc>
                          <a:spcPct val="100000"/>
                        </a:lnSpc>
                        <a:spcBef>
                          <a:spcPts val="0"/>
                        </a:spcBef>
                        <a:spcAft>
                          <a:spcPts val="0"/>
                        </a:spcAft>
                        <a:buNone/>
                      </a:pPr>
                      <a:r>
                        <a:t>Operations &amp; Maintenance</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Maintenance (Not Reflected in Service Desk)</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Team Meetings</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weekly meeting</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Operations &amp; Maintenance</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Maintenance (Not Reflected in Service Desk)</a:t>
                      </a:r>
                      <a:endParaRPr sz="6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Team Meetings</a:t>
                      </a:r>
                      <a:endParaRPr sz="800" u="none" cap="none" strike="noStrike">
                        <a:latin typeface="Montserrat"/>
                        <a:ea typeface="Montserrat"/>
                        <a:cs typeface="Montserrat"/>
                        <a:sym typeface="Montserrat"/>
                      </a:endParaRPr>
                    </a:p>
                  </a:txBody>
                  <a:tcPr marT="12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weekly reporting</a:t>
                      </a:r>
                      <a:endParaRPr sz="800" u="none" cap="none" strike="noStrike">
                        <a:latin typeface="Montserrat"/>
                        <a:ea typeface="Montserrat"/>
                        <a:cs typeface="Montserrat"/>
                        <a:sym typeface="Montserrat"/>
                      </a:endParaRPr>
                    </a:p>
                  </a:txBody>
                  <a:tcPr marT="12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Others</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Admin Work</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Update of Productivity Log</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Productivity Log Updating</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Project</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[SFA-Web] Expenses Revamp</a:t>
                      </a:r>
                      <a:endParaRPr sz="800" u="none" cap="none" strike="noStrike">
                        <a:latin typeface="Montserrat"/>
                        <a:ea typeface="Montserrat"/>
                        <a:cs typeface="Montserrat"/>
                        <a:sym typeface="Montserrat"/>
                      </a:endParaRPr>
                    </a:p>
                  </a:txBody>
                  <a:tcPr marT="47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Post-Go Live: Performance Monitoring</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9.00</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8.00</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Support</a:t>
                      </a:r>
                      <a:endParaRPr sz="800" u="none" cap="none" strike="noStrike">
                        <a:latin typeface="Montserrat"/>
                        <a:ea typeface="Montserrat"/>
                        <a:cs typeface="Montserrat"/>
                        <a:sym typeface="Montserrat"/>
                      </a:endParaRPr>
                    </a:p>
                  </a:txBody>
                  <a:tcPr marT="109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Project</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95300" rtl="0" algn="l">
                        <a:lnSpc>
                          <a:spcPct val="116190"/>
                        </a:lnSpc>
                        <a:spcBef>
                          <a:spcPts val="0"/>
                        </a:spcBef>
                        <a:spcAft>
                          <a:spcPts val="0"/>
                        </a:spcAft>
                        <a:buNone/>
                      </a:pPr>
                      <a:r>
                        <a:rPr lang="en" sz="800" u="none" cap="none" strike="noStrike">
                          <a:solidFill>
                            <a:srgbClr val="1F1F1F"/>
                          </a:solidFill>
                          <a:latin typeface="Montserrat"/>
                          <a:ea typeface="Montserrat"/>
                          <a:cs typeface="Montserrat"/>
                          <a:sym typeface="Montserrat"/>
                        </a:rPr>
                        <a:t>[SFA-Web] Expenses Revamp</a:t>
                      </a:r>
                      <a:endParaRPr sz="800" u="none" cap="none" strike="noStrike">
                        <a:latin typeface="Montserrat"/>
                        <a:ea typeface="Montserrat"/>
                        <a:cs typeface="Montserrat"/>
                        <a:sym typeface="Montserrat"/>
                      </a:endParaRPr>
                    </a:p>
                  </a:txBody>
                  <a:tcPr marT="6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Post-Go Live: System Enhancements</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0.00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6.00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Blocking Disbursement and Condition Checking Fix for Verifier</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Project</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95300" rtl="0" algn="l">
                        <a:lnSpc>
                          <a:spcPct val="117142"/>
                        </a:lnSpc>
                        <a:spcBef>
                          <a:spcPts val="0"/>
                        </a:spcBef>
                        <a:spcAft>
                          <a:spcPts val="0"/>
                        </a:spcAft>
                        <a:buNone/>
                      </a:pPr>
                      <a:r>
                        <a:rPr lang="en" sz="800" u="none" cap="none" strike="noStrike">
                          <a:solidFill>
                            <a:srgbClr val="1F1F1F"/>
                          </a:solidFill>
                          <a:latin typeface="Montserrat"/>
                          <a:ea typeface="Montserrat"/>
                          <a:cs typeface="Montserrat"/>
                          <a:sym typeface="Montserrat"/>
                        </a:rPr>
                        <a:t>[SFA-App] Sales Return &amp; Replace</a:t>
                      </a:r>
                      <a:endParaRPr sz="800" u="none" cap="none" strike="noStrike">
                        <a:latin typeface="Montserrat"/>
                        <a:ea typeface="Montserrat"/>
                        <a:cs typeface="Montserrat"/>
                        <a:sym typeface="Montserrat"/>
                      </a:endParaRPr>
                    </a:p>
                  </a:txBody>
                  <a:tcPr marT="68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Post-Go Live: Performance Monitoring</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9.00</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5.00</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Support</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261250" y="169515"/>
            <a:ext cx="8496300" cy="3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600"/>
              <a:t>Part 1.3: Weekly Planned vs Actual Analysis</a:t>
            </a:r>
            <a:endParaRPr sz="1600"/>
          </a:p>
        </p:txBody>
      </p:sp>
      <p:sp>
        <p:nvSpPr>
          <p:cNvPr id="249" name="Google Shape;249;p39"/>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 </a:t>
            </a:r>
            <a:r>
              <a:rPr lang="en" sz="2000"/>
              <a:t> </a:t>
            </a:r>
            <a:endParaRPr sz="2000"/>
          </a:p>
        </p:txBody>
      </p:sp>
      <p:graphicFrame>
        <p:nvGraphicFramePr>
          <p:cNvPr id="250" name="Google Shape;250;p39"/>
          <p:cNvGraphicFramePr/>
          <p:nvPr/>
        </p:nvGraphicFramePr>
        <p:xfrm>
          <a:off x="348338" y="935800"/>
          <a:ext cx="3000000" cy="3000000"/>
        </p:xfrm>
        <a:graphic>
          <a:graphicData uri="http://schemas.openxmlformats.org/drawingml/2006/table">
            <a:tbl>
              <a:tblPr>
                <a:noFill/>
                <a:tableStyleId>{E096F313-4B49-42B1-A1C5-13A5E9195BEB}</a:tableStyleId>
              </a:tblPr>
              <a:tblGrid>
                <a:gridCol w="800550"/>
                <a:gridCol w="1079650"/>
                <a:gridCol w="1413875"/>
                <a:gridCol w="861450"/>
                <a:gridCol w="723600"/>
                <a:gridCol w="623425"/>
                <a:gridCol w="1409800"/>
                <a:gridCol w="1409800"/>
              </a:tblGrid>
              <a:tr h="415400">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Category</a:t>
                      </a:r>
                      <a:endParaRPr b="1" sz="900">
                        <a:latin typeface="Montserrat"/>
                        <a:ea typeface="Montserrat"/>
                        <a:cs typeface="Montserrat"/>
                        <a:sym typeface="Montserrat"/>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Application/Domain</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Task/Activity Description</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Planned/ Unplanned</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Planned</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Actual</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Time</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Remarks</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67075">
                <a:tc>
                  <a:txBody>
                    <a:bodyPr/>
                    <a:lstStyle/>
                    <a:p>
                      <a:pPr indent="0" lvl="0" marL="0" marR="0" rtl="0" algn="l">
                        <a:lnSpc>
                          <a:spcPct val="100000"/>
                        </a:lnSpc>
                        <a:spcBef>
                          <a:spcPts val="0"/>
                        </a:spcBef>
                        <a:spcAft>
                          <a:spcPts val="0"/>
                        </a:spcAft>
                        <a:buNone/>
                      </a:pPr>
                      <a:r>
                        <a:t>Project</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82600" rtl="0" algn="l">
                        <a:lnSpc>
                          <a:spcPct val="97300"/>
                        </a:lnSpc>
                        <a:spcBef>
                          <a:spcPts val="0"/>
                        </a:spcBef>
                        <a:spcAft>
                          <a:spcPts val="0"/>
                        </a:spcAft>
                        <a:buNone/>
                      </a:pPr>
                      <a:r>
                        <a:rPr lang="en" sz="800" u="none" cap="none" strike="noStrike">
                          <a:solidFill>
                            <a:srgbClr val="1F1F1F"/>
                          </a:solidFill>
                          <a:latin typeface="Montserrat"/>
                          <a:ea typeface="Montserrat"/>
                          <a:cs typeface="Montserrat"/>
                          <a:sym typeface="Montserrat"/>
                        </a:rPr>
                        <a:t>[SFA-App] Sales Return &amp; Replace</a:t>
                      </a:r>
                      <a:endParaRPr sz="800" u="none" cap="none" strike="noStrike">
                        <a:latin typeface="Montserrat"/>
                        <a:ea typeface="Montserrat"/>
                        <a:cs typeface="Montserrat"/>
                        <a:sym typeface="Montserrat"/>
                      </a:endParaRPr>
                    </a:p>
                  </a:txBody>
                  <a:tcPr marT="6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Testing: UAT</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0.00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5.00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Issue Log Fixing</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325">
                <a:tc>
                  <a:txBody>
                    <a:bodyPr/>
                    <a:lstStyle/>
                    <a:p>
                      <a:pPr indent="0" lvl="0" marL="0" marR="0" rtl="0" algn="l">
                        <a:lnSpc>
                          <a:spcPct val="100000"/>
                        </a:lnSpc>
                        <a:spcBef>
                          <a:spcPts val="0"/>
                        </a:spcBef>
                        <a:spcAft>
                          <a:spcPts val="0"/>
                        </a:spcAft>
                        <a:buNone/>
                      </a:pPr>
                      <a:r>
                        <a:t>Major Enhancements</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[SFA-Web] [Web Revamp] FSP Mapping</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Design: Alignment Meeting</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Solutioning for FSP Mapping</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Major Enhancements</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[SFA-Web] PO Attachment</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Testing: System Testing</a:t>
                      </a:r>
                      <a:endParaRPr sz="800" u="none" cap="none" strike="noStrike">
                        <a:latin typeface="Montserrat"/>
                        <a:ea typeface="Montserrat"/>
                        <a:cs typeface="Montserrat"/>
                        <a:sym typeface="Montserrat"/>
                      </a:endParaRPr>
                    </a:p>
                  </a:txBody>
                  <a:tcPr marT="12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3.00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0.00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12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With Mobile???</a:t>
                      </a:r>
                      <a:endParaRPr sz="800" u="none" cap="none" strike="noStrike">
                        <a:latin typeface="Montserrat"/>
                        <a:ea typeface="Montserrat"/>
                        <a:cs typeface="Montserrat"/>
                        <a:sym typeface="Montserrat"/>
                      </a:endParaRPr>
                    </a:p>
                  </a:txBody>
                  <a:tcPr marT="12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Operations &amp; Maintenance</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Maintenance (Not Reflected in Service Desk)</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Analysis</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2.00</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2.00</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Fuel Billing Support</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Major Enhancements</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[SFA-Web] [Web Revamp] FSP Mapping</a:t>
                      </a:r>
                      <a:endParaRPr sz="800" u="none" cap="none" strike="noStrike">
                        <a:latin typeface="Montserrat"/>
                        <a:ea typeface="Montserrat"/>
                        <a:cs typeface="Montserrat"/>
                        <a:sym typeface="Montserrat"/>
                      </a:endParaRPr>
                    </a:p>
                  </a:txBody>
                  <a:tcPr marT="47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Design: Alignment Meeting</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0.00</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109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Solutioning for FSP Mapping</a:t>
                      </a:r>
                      <a:endParaRPr sz="800" u="none" cap="none" strike="noStrike">
                        <a:latin typeface="Montserrat"/>
                        <a:ea typeface="Montserrat"/>
                        <a:cs typeface="Montserrat"/>
                        <a:sym typeface="Montserrat"/>
                      </a:endParaRPr>
                    </a:p>
                  </a:txBody>
                  <a:tcPr marT="109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Project</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95300" rtl="0" algn="l">
                        <a:lnSpc>
                          <a:spcPct val="116190"/>
                        </a:lnSpc>
                        <a:spcBef>
                          <a:spcPts val="0"/>
                        </a:spcBef>
                        <a:spcAft>
                          <a:spcPts val="0"/>
                        </a:spcAft>
                        <a:buNone/>
                      </a:pPr>
                      <a:r>
                        <a:rPr lang="en" sz="800" u="none" cap="none" strike="noStrike">
                          <a:solidFill>
                            <a:srgbClr val="1F1F1F"/>
                          </a:solidFill>
                          <a:latin typeface="Montserrat"/>
                          <a:ea typeface="Montserrat"/>
                          <a:cs typeface="Montserrat"/>
                          <a:sym typeface="Montserrat"/>
                        </a:rPr>
                        <a:t>[SFA-App] Sales Return &amp; Replace</a:t>
                      </a:r>
                      <a:endParaRPr sz="800" u="none" cap="none" strike="noStrike">
                        <a:latin typeface="Montserrat"/>
                        <a:ea typeface="Montserrat"/>
                        <a:cs typeface="Montserrat"/>
                        <a:sym typeface="Montserrat"/>
                      </a:endParaRPr>
                    </a:p>
                  </a:txBody>
                  <a:tcPr marT="6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Testing: System Testing</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UAT Demo</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Project</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95300" rtl="0" algn="l">
                        <a:lnSpc>
                          <a:spcPct val="117142"/>
                        </a:lnSpc>
                        <a:spcBef>
                          <a:spcPts val="0"/>
                        </a:spcBef>
                        <a:spcAft>
                          <a:spcPts val="0"/>
                        </a:spcAft>
                        <a:buNone/>
                      </a:pPr>
                      <a:r>
                        <a:rPr lang="en" sz="800" u="none" cap="none" strike="noStrike">
                          <a:solidFill>
                            <a:srgbClr val="1F1F1F"/>
                          </a:solidFill>
                          <a:latin typeface="Montserrat"/>
                          <a:ea typeface="Montserrat"/>
                          <a:cs typeface="Montserrat"/>
                          <a:sym typeface="Montserrat"/>
                        </a:rPr>
                        <a:t>[SFA-App] Sales Return &amp; Replace</a:t>
                      </a:r>
                      <a:endParaRPr sz="800" u="none" cap="none" strike="noStrike">
                        <a:latin typeface="Montserrat"/>
                        <a:ea typeface="Montserrat"/>
                        <a:cs typeface="Montserrat"/>
                        <a:sym typeface="Montserrat"/>
                      </a:endParaRPr>
                    </a:p>
                  </a:txBody>
                  <a:tcPr marT="68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Testing: System Testing</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0.00</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1.50</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Internal Testing W/Mobile</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0"/>
          <p:cNvSpPr txBox="1"/>
          <p:nvPr>
            <p:ph type="title"/>
          </p:nvPr>
        </p:nvSpPr>
        <p:spPr>
          <a:xfrm>
            <a:off x="261250" y="169515"/>
            <a:ext cx="8496300" cy="3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600"/>
              <a:t>Part 1.3: Weekly Planned vs Actual Analysis</a:t>
            </a:r>
            <a:endParaRPr sz="1600"/>
          </a:p>
        </p:txBody>
      </p:sp>
      <p:sp>
        <p:nvSpPr>
          <p:cNvPr id="256" name="Google Shape;256;p40"/>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 </a:t>
            </a:r>
            <a:r>
              <a:rPr lang="en" sz="2000"/>
              <a:t> </a:t>
            </a:r>
            <a:endParaRPr sz="2000"/>
          </a:p>
        </p:txBody>
      </p:sp>
      <p:graphicFrame>
        <p:nvGraphicFramePr>
          <p:cNvPr id="257" name="Google Shape;257;p40"/>
          <p:cNvGraphicFramePr/>
          <p:nvPr/>
        </p:nvGraphicFramePr>
        <p:xfrm>
          <a:off x="348338" y="935800"/>
          <a:ext cx="3000000" cy="3000000"/>
        </p:xfrm>
        <a:graphic>
          <a:graphicData uri="http://schemas.openxmlformats.org/drawingml/2006/table">
            <a:tbl>
              <a:tblPr>
                <a:noFill/>
                <a:tableStyleId>{E096F313-4B49-42B1-A1C5-13A5E9195BEB}</a:tableStyleId>
              </a:tblPr>
              <a:tblGrid>
                <a:gridCol w="963825"/>
                <a:gridCol w="1299850"/>
                <a:gridCol w="1702225"/>
                <a:gridCol w="1037150"/>
                <a:gridCol w="871175"/>
                <a:gridCol w="750575"/>
                <a:gridCol w="1697325"/>
              </a:tblGrid>
              <a:tr h="415400">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Category</a:t>
                      </a:r>
                      <a:endParaRPr b="1" sz="900">
                        <a:latin typeface="Montserrat"/>
                        <a:ea typeface="Montserrat"/>
                        <a:cs typeface="Montserrat"/>
                        <a:sym typeface="Montserrat"/>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Application/Domain</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Task/Activity Description</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Planned/ Unplanned</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Planned</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Actual</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900">
                          <a:latin typeface="Montserrat"/>
                          <a:ea typeface="Montserrat"/>
                          <a:cs typeface="Montserrat"/>
                          <a:sym typeface="Montserrat"/>
                        </a:rPr>
                        <a:t>Remarks</a:t>
                      </a:r>
                      <a:endParaRPr b="1" sz="900">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67075">
                <a:tc>
                  <a:txBody>
                    <a:bodyPr/>
                    <a:lstStyle/>
                    <a:p>
                      <a:pPr indent="0" lvl="0" marL="0" marR="0" rtl="0" algn="l">
                        <a:lnSpc>
                          <a:spcPct val="100000"/>
                        </a:lnSpc>
                        <a:spcBef>
                          <a:spcPts val="0"/>
                        </a:spcBef>
                        <a:spcAft>
                          <a:spcPts val="0"/>
                        </a:spcAft>
                        <a:buNone/>
                      </a:pPr>
                      <a:r>
                        <a:t>Major Enhancements</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[SFA-Web] [Web Revamp] Collection Receiving</a:t>
                      </a:r>
                      <a:endParaRPr sz="800" u="none" cap="none" strike="noStrike">
                        <a:latin typeface="Montserrat"/>
                        <a:ea typeface="Montserrat"/>
                        <a:cs typeface="Montserrat"/>
                        <a:sym typeface="Montserrat"/>
                      </a:endParaRPr>
                    </a:p>
                  </a:txBody>
                  <a:tcPr marT="18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Planning: Analysis</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15.00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5.00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Review Process</a:t>
                      </a:r>
                      <a:endParaRPr sz="800" u="none" cap="none" strike="noStrike">
                        <a:latin typeface="Montserrat"/>
                        <a:ea typeface="Montserrat"/>
                        <a:cs typeface="Montserrat"/>
                        <a:sym typeface="Montserrat"/>
                      </a:endParaRPr>
                    </a:p>
                  </a:txBody>
                  <a:tcPr marT="18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325">
                <a:tc>
                  <a:txBody>
                    <a:bodyPr/>
                    <a:lstStyle/>
                    <a:p>
                      <a:pPr indent="0" lvl="0" marL="0" marR="0" rtl="0" algn="l">
                        <a:lnSpc>
                          <a:spcPct val="100000"/>
                        </a:lnSpc>
                        <a:spcBef>
                          <a:spcPts val="0"/>
                        </a:spcBef>
                        <a:spcAft>
                          <a:spcPts val="0"/>
                        </a:spcAft>
                        <a:buNone/>
                      </a:pPr>
                      <a:r>
                        <a:t>Project</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[SFA-App] OCR</a:t>
                      </a:r>
                      <a:endParaRPr sz="800" u="none" cap="none" strike="noStrike">
                        <a:latin typeface="Montserrat"/>
                        <a:ea typeface="Montserrat"/>
                        <a:cs typeface="Montserrat"/>
                        <a:sym typeface="Montserrat"/>
                      </a:endParaRPr>
                    </a:p>
                  </a:txBody>
                  <a:tcPr marT="18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Testing: Alignment Meeting</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0.00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0.50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OCR Integration Testing</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Operations &amp; Maintenance</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Maintenance (Not Reflected in Service Desk)</a:t>
                      </a:r>
                      <a:endParaRPr sz="800" u="none" cap="none" strike="noStrike">
                        <a:latin typeface="Montserrat"/>
                        <a:ea typeface="Montserrat"/>
                        <a:cs typeface="Montserrat"/>
                        <a:sym typeface="Montserrat"/>
                      </a:endParaRPr>
                    </a:p>
                  </a:txBody>
                  <a:tcPr marT="18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Team Meetings</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Planned</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0.00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3.00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Rollout Meeting</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Total:</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45.00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45.00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1"/>
          <p:cNvSpPr txBox="1"/>
          <p:nvPr>
            <p:ph type="title"/>
          </p:nvPr>
        </p:nvSpPr>
        <p:spPr>
          <a:xfrm>
            <a:off x="261250" y="169515"/>
            <a:ext cx="8496300" cy="3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600"/>
              <a:t>Part 1.3: Weekly Planned vs Actual Analysis</a:t>
            </a:r>
            <a:endParaRPr sz="1600"/>
          </a:p>
        </p:txBody>
      </p:sp>
      <p:sp>
        <p:nvSpPr>
          <p:cNvPr id="263" name="Google Shape;263;p41"/>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 </a:t>
            </a:r>
            <a:r>
              <a:rPr lang="en" sz="2000"/>
              <a:t> </a:t>
            </a:r>
            <a:endParaRPr sz="2000"/>
          </a:p>
        </p:txBody>
      </p:sp>
      <p:sp>
        <p:nvSpPr>
          <p:cNvPr id="264" name="Google Shape;264;p41"/>
          <p:cNvSpPr txBox="1"/>
          <p:nvPr/>
        </p:nvSpPr>
        <p:spPr>
          <a:xfrm>
            <a:off x="384625" y="729475"/>
            <a:ext cx="8373000" cy="35925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1200"/>
              </a:spcBef>
              <a:spcAft>
                <a:spcPts val="0"/>
              </a:spcAft>
              <a:buClr>
                <a:schemeClr val="dk1"/>
              </a:buClr>
              <a:buSzPts val="1100"/>
              <a:buFont typeface="Arial"/>
              <a:buNone/>
            </a:pPr>
            <a:endParaRPr sz="1200">
              <a:solidFill>
                <a:srgbClr val="12284C"/>
              </a:solidFill>
              <a:latin typeface="Montserrat"/>
              <a:ea typeface="Montserrat"/>
              <a:cs typeface="Montserrat"/>
              <a:sym typeface="Montserrat"/>
            </a:endParaRPr>
            <a:r>
              <a:t>The total planned hours of 45 hours matched the total actual hours, resulting in a variance of 0 hours, which indicates that work was completed as expected.
The Operations &amp; Maintenance category had a significant amount of work, with an over-run of 3 hours in Team Meetings, which was not initially planned.
This week's data suggests that the team was able to adapt to changing priorities, as evidenced by the unplanned work on System Enhancements for the SFA-Web Expenses Revamp project.</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2"/>
          <p:cNvSpPr txBox="1"/>
          <p:nvPr>
            <p:ph type="title"/>
          </p:nvPr>
        </p:nvSpPr>
        <p:spPr>
          <a:xfrm>
            <a:off x="249100" y="183174"/>
            <a:ext cx="8520600" cy="52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9"/>
              <a:t>Part 2.1: Project Progress Update</a:t>
            </a:r>
            <a:endParaRPr sz="2089"/>
          </a:p>
        </p:txBody>
      </p:sp>
      <p:graphicFrame>
        <p:nvGraphicFramePr>
          <p:cNvPr id="270" name="Google Shape;270;p42"/>
          <p:cNvGraphicFramePr/>
          <p:nvPr/>
        </p:nvGraphicFramePr>
        <p:xfrm>
          <a:off x="357525" y="706375"/>
          <a:ext cx="3000000" cy="3000000"/>
        </p:xfrm>
        <a:graphic>
          <a:graphicData uri="http://schemas.openxmlformats.org/drawingml/2006/table">
            <a:tbl>
              <a:tblPr>
                <a:noFill/>
                <a:tableStyleId>{7DFA0212-414B-471C-9494-E5C37E109D46}</a:tableStyleId>
              </a:tblPr>
              <a:tblGrid>
                <a:gridCol w="1480775"/>
                <a:gridCol w="3696275"/>
                <a:gridCol w="2049825"/>
                <a:gridCol w="1185325"/>
              </a:tblGrid>
              <a:tr h="182600">
                <a:tc>
                  <a:txBody>
                    <a:bodyPr/>
                    <a:lstStyle/>
                    <a:p>
                      <a:pPr indent="0" lvl="0" marL="50800" marR="0" rtl="0" algn="l">
                        <a:lnSpc>
                          <a:spcPct val="100000"/>
                        </a:lnSpc>
                        <a:spcBef>
                          <a:spcPts val="0"/>
                        </a:spcBef>
                        <a:spcAft>
                          <a:spcPts val="0"/>
                        </a:spcAft>
                        <a:buNone/>
                      </a:pPr>
                      <a:r>
                        <a:rPr b="1" lang="en" sz="1100" u="none" cap="none" strike="noStrike">
                          <a:solidFill>
                            <a:srgbClr val="1F1F1F"/>
                          </a:solidFill>
                          <a:latin typeface="Montserrat"/>
                          <a:ea typeface="Montserrat"/>
                          <a:cs typeface="Montserrat"/>
                          <a:sym typeface="Montserrat"/>
                        </a:rPr>
                        <a:t>Project Name:</a:t>
                      </a:r>
                      <a:endParaRPr sz="1100" u="none" cap="none" strike="noStrike">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0" rtl="0" algn="l">
                        <a:lnSpc>
                          <a:spcPct val="100000"/>
                        </a:lnSpc>
                        <a:spcBef>
                          <a:spcPts val="0"/>
                        </a:spcBef>
                        <a:spcAft>
                          <a:spcPts val="0"/>
                        </a:spcAft>
                        <a:buNone/>
                      </a:pPr>
                      <a:r>
                        <a:rPr b="1" lang="en" sz="1100" u="none" cap="none" strike="noStrike">
                          <a:solidFill>
                            <a:srgbClr val="1F1F1F"/>
                          </a:solidFill>
                          <a:latin typeface="Montserrat"/>
                          <a:ea typeface="Montserrat"/>
                          <a:cs typeface="Montserrat"/>
                          <a:sym typeface="Montserrat"/>
                        </a:rPr>
                        <a:t>[SFA-Web] [Web Revamp] FSP Mapping</a:t>
                      </a:r>
                      <a:endParaRPr sz="1100" u="none" cap="none" strike="noStrike">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0" rtl="0" algn="l">
                        <a:lnSpc>
                          <a:spcPct val="100000"/>
                        </a:lnSpc>
                        <a:spcBef>
                          <a:spcPts val="0"/>
                        </a:spcBef>
                        <a:spcAft>
                          <a:spcPts val="0"/>
                        </a:spcAft>
                        <a:buNone/>
                      </a:pPr>
                      <a:r>
                        <a:rPr b="1" lang="en" sz="1100" u="none" cap="none" strike="noStrike">
                          <a:solidFill>
                            <a:srgbClr val="1F1F1F"/>
                          </a:solidFill>
                          <a:latin typeface="Montserrat"/>
                          <a:ea typeface="Montserrat"/>
                          <a:cs typeface="Montserrat"/>
                          <a:sym typeface="Montserrat"/>
                        </a:rPr>
                        <a:t>Planned Start Date:</a:t>
                      </a:r>
                      <a:endParaRPr sz="1100" u="none" cap="none" strike="noStrike">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200">
                          <a:latin typeface="Montserrat"/>
                          <a:ea typeface="Montserrat"/>
                          <a:cs typeface="Montserrat"/>
                          <a:sym typeface="Montserrat"/>
                        </a:rPr>
                        <a:t>04/06/2026</a:t>
                      </a:r>
                      <a:endParaRPr sz="1200">
                        <a:latin typeface="Montserrat"/>
                        <a:ea typeface="Montserrat"/>
                        <a:cs typeface="Montserrat"/>
                        <a:sym typeface="Montserrat"/>
                      </a:endParaRPr>
                    </a:p>
                  </a:txBody>
                  <a:tcPr marT="18275" marB="18275" marR="45700" marL="45700"/>
                </a:tc>
              </a:tr>
              <a:tr h="182600">
                <a:tc>
                  <a:txBody>
                    <a:bodyPr/>
                    <a:lstStyle/>
                    <a:p>
                      <a:pPr indent="0" lvl="0" marL="50800" marR="0" rtl="0" algn="l">
                        <a:lnSpc>
                          <a:spcPct val="100000"/>
                        </a:lnSpc>
                        <a:spcBef>
                          <a:spcPts val="0"/>
                        </a:spcBef>
                        <a:spcAft>
                          <a:spcPts val="0"/>
                        </a:spcAft>
                        <a:buNone/>
                      </a:pPr>
                      <a:r>
                        <a:rPr b="1" lang="en" sz="1000" u="none" cap="none" strike="noStrike">
                          <a:solidFill>
                            <a:srgbClr val="1F1F1F"/>
                          </a:solidFill>
                          <a:latin typeface="Montserrat"/>
                          <a:ea typeface="Montserrat"/>
                          <a:cs typeface="Montserrat"/>
                          <a:sym typeface="Montserrat"/>
                        </a:rPr>
                        <a:t>Description:</a:t>
                      </a:r>
                      <a:endParaRPr sz="1000" u="none" cap="none" strike="noStrike">
                        <a:latin typeface="Montserrat"/>
                        <a:ea typeface="Montserrat"/>
                        <a:cs typeface="Montserrat"/>
                        <a:sym typeface="Montserrat"/>
                      </a:endParaRPr>
                    </a:p>
                  </a:txBody>
                  <a:tcPr marT="91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88900" rtl="0" algn="l">
                        <a:lnSpc>
                          <a:spcPct val="115555"/>
                        </a:lnSpc>
                        <a:spcBef>
                          <a:spcPts val="0"/>
                        </a:spcBef>
                        <a:spcAft>
                          <a:spcPts val="0"/>
                        </a:spcAft>
                        <a:buNone/>
                      </a:pPr>
                      <a:r>
                        <a:rPr lang="en" sz="1000" u="none" cap="none" strike="noStrike">
                          <a:solidFill>
                            <a:srgbClr val="1F1F1F"/>
                          </a:solidFill>
                          <a:latin typeface="Montserrat"/>
                          <a:ea typeface="Montserrat"/>
                          <a:cs typeface="Montserrat"/>
                          <a:sym typeface="Montserrat"/>
                        </a:rPr>
                        <a:t>Implementation Documentation &amp; Test Case Creation for FSP Mapping</a:t>
                      </a:r>
                      <a:endParaRPr sz="1000" u="none" cap="none" strike="noStrike">
                        <a:latin typeface="Montserrat"/>
                        <a:ea typeface="Montserrat"/>
                        <a:cs typeface="Montserrat"/>
                        <a:sym typeface="Montserrat"/>
                      </a:endParaRPr>
                    </a:p>
                  </a:txBody>
                  <a:tcPr marT="2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0" rtl="0" algn="l">
                        <a:lnSpc>
                          <a:spcPct val="100000"/>
                        </a:lnSpc>
                        <a:spcBef>
                          <a:spcPts val="0"/>
                        </a:spcBef>
                        <a:spcAft>
                          <a:spcPts val="0"/>
                        </a:spcAft>
                        <a:buNone/>
                      </a:pPr>
                      <a:r>
                        <a:rPr b="1" lang="en" sz="1000" u="none" cap="none" strike="noStrike">
                          <a:solidFill>
                            <a:srgbClr val="1F1F1F"/>
                          </a:solidFill>
                          <a:latin typeface="Montserrat"/>
                          <a:ea typeface="Montserrat"/>
                          <a:cs typeface="Montserrat"/>
                          <a:sym typeface="Montserrat"/>
                        </a:rPr>
                        <a:t>Planned Finish Date:</a:t>
                      </a:r>
                      <a:endParaRPr sz="1000" u="none" cap="none" strike="noStrike">
                        <a:latin typeface="Montserrat"/>
                        <a:ea typeface="Montserrat"/>
                        <a:cs typeface="Montserrat"/>
                        <a:sym typeface="Montserrat"/>
                      </a:endParaRPr>
                    </a:p>
                  </a:txBody>
                  <a:tcPr marT="9192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200">
                          <a:latin typeface="Montserrat"/>
                          <a:ea typeface="Montserrat"/>
                          <a:cs typeface="Montserrat"/>
                          <a:sym typeface="Montserrat"/>
                        </a:rPr>
                        <a:t>05/31/2026</a:t>
                      </a:r>
                      <a:endParaRPr sz="1200">
                        <a:latin typeface="Montserrat"/>
                        <a:ea typeface="Montserrat"/>
                        <a:cs typeface="Montserrat"/>
                        <a:sym typeface="Montserrat"/>
                      </a:endParaRPr>
                    </a:p>
                  </a:txBody>
                  <a:tcPr marT="18275" marB="18275" marR="45700" marL="45700"/>
                </a:tc>
              </a:tr>
              <a:tr h="182600">
                <a:tc gridSpan="3">
                  <a:txBody>
                    <a:bodyPr/>
                    <a:lstStyle/>
                    <a:p>
                      <a:pPr indent="0" lvl="0" marL="0" marR="0" rtl="0" algn="l">
                        <a:lnSpc>
                          <a:spcPct val="100000"/>
                        </a:lnSpc>
                        <a:spcBef>
                          <a:spcPts val="0"/>
                        </a:spcBef>
                        <a:spcAft>
                          <a:spcPts val="0"/>
                        </a:spcAft>
                        <a:buNone/>
                      </a:pPr>
                      <a:r>
                        <a:t/>
                      </a:r>
                      <a:endParaRPr sz="1100" u="none" cap="none" strike="noStrike">
                        <a:latin typeface="Montserrat"/>
                        <a:ea typeface="Montserrat"/>
                        <a:cs typeface="Montserrat"/>
                        <a:sym typeface="Montserrat"/>
                      </a:endParaRPr>
                    </a:p>
                    <a:p>
                      <a:pPr indent="0" lvl="0" marL="0" marR="0" rtl="0" algn="l">
                        <a:lnSpc>
                          <a:spcPct val="100000"/>
                        </a:lnSpc>
                        <a:spcBef>
                          <a:spcPts val="600"/>
                        </a:spcBef>
                        <a:spcAft>
                          <a:spcPts val="0"/>
                        </a:spcAft>
                        <a:buNone/>
                      </a:pPr>
                      <a:r>
                        <a:t/>
                      </a:r>
                      <a:endParaRPr sz="11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None/>
                      </a:pPr>
                      <a:r>
                        <a:rPr b="1" lang="en" sz="1100" u="none" cap="none" strike="noStrike">
                          <a:solidFill>
                            <a:srgbClr val="1F1F1F"/>
                          </a:solidFill>
                          <a:latin typeface="Montserrat"/>
                          <a:ea typeface="Montserrat"/>
                          <a:cs typeface="Montserrat"/>
                          <a:sym typeface="Montserrat"/>
                        </a:rPr>
                        <a:t>Planned Deliverables This Week</a:t>
                      </a:r>
                      <a:endParaRPr sz="11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lnL cap="flat" cmpd="sng" w="9525">
                      <a:solidFill>
                        <a:srgbClr val="000000"/>
                      </a:solidFill>
                      <a:prstDash val="solid"/>
                      <a:round/>
                      <a:headEnd len="sm" w="sm" type="none"/>
                      <a:tailEnd len="sm" w="sm" type="none"/>
                    </a:lnL>
                  </a:tcPr>
                </a:tc>
              </a:tr>
              <a:tr h="182600">
                <a:tc gridSpan="3">
                  <a:txBody>
                    <a:bodyPr/>
                    <a:lstStyle/>
                    <a:p>
                      <a:pPr indent="0" lvl="0" marL="0" marR="0" rtl="0" algn="l">
                        <a:lnSpc>
                          <a:spcPct val="100000"/>
                        </a:lnSpc>
                        <a:spcBef>
                          <a:spcPts val="0"/>
                        </a:spcBef>
                        <a:spcAft>
                          <a:spcPts val="0"/>
                        </a:spcAft>
                        <a:buNone/>
                      </a:pPr>
                      <a:r>
                        <a:t/>
                      </a:r>
                      <a:endParaRPr sz="900" u="none" cap="none" strike="noStrike">
                        <a:latin typeface="Montserrat"/>
                        <a:ea typeface="Montserrat"/>
                        <a:cs typeface="Montserrat"/>
                        <a:sym typeface="Montserrat"/>
                      </a:endParaRPr>
                    </a:p>
                    <a:p>
                      <a:pPr indent="0" lvl="0" marL="50800" marR="0" rtl="0" algn="l">
                        <a:lnSpc>
                          <a:spcPct val="118750"/>
                        </a:lnSpc>
                        <a:spcBef>
                          <a:spcPts val="0"/>
                        </a:spcBef>
                        <a:spcAft>
                          <a:spcPts val="0"/>
                        </a:spcAft>
                        <a:buNone/>
                      </a:pPr>
                      <a:r>
                        <a:rPr lang="en" sz="900" u="none" cap="none" strike="noStrike">
                          <a:solidFill>
                            <a:srgbClr val="1F1F1F"/>
                          </a:solidFill>
                          <a:latin typeface="Montserrat"/>
                          <a:ea typeface="Montserrat"/>
                          <a:cs typeface="Montserrat"/>
                          <a:sym typeface="Montserrat"/>
                        </a:rPr>
                        <a:t>Implementation / Testing</a:t>
                      </a:r>
                      <a:endParaRPr sz="900" u="none" cap="none" strike="noStrike">
                        <a:latin typeface="Montserrat"/>
                        <a:ea typeface="Montserrat"/>
                        <a:cs typeface="Montserrat"/>
                        <a:sym typeface="Montserrat"/>
                      </a:endParaRPr>
                    </a:p>
                    <a:p>
                      <a:pPr indent="-184150" lvl="0" marL="228600" marR="0" rtl="0" algn="l">
                        <a:lnSpc>
                          <a:spcPct val="117083"/>
                        </a:lnSpc>
                        <a:spcBef>
                          <a:spcPts val="0"/>
                        </a:spcBef>
                        <a:spcAft>
                          <a:spcPts val="0"/>
                        </a:spcAft>
                        <a:buClr>
                          <a:srgbClr val="1F1F1F"/>
                        </a:buClr>
                        <a:buSzPts val="900"/>
                        <a:buFont typeface="Montserrat"/>
                        <a:buChar char="•"/>
                      </a:pPr>
                      <a:r>
                        <a:rPr lang="en" sz="900" u="none" cap="none" strike="noStrike">
                          <a:solidFill>
                            <a:srgbClr val="1F1F1F"/>
                          </a:solidFill>
                          <a:latin typeface="Montserrat"/>
                          <a:ea typeface="Montserrat"/>
                          <a:cs typeface="Montserrat"/>
                          <a:sym typeface="Montserrat"/>
                        </a:rPr>
                        <a:t>Implementation: Documentation — Technical Documentation Meeting</a:t>
                      </a:r>
                      <a:endParaRPr sz="900" u="none" cap="none" strike="noStrike">
                        <a:latin typeface="Montserrat"/>
                        <a:ea typeface="Montserrat"/>
                        <a:cs typeface="Montserrat"/>
                        <a:sym typeface="Montserrat"/>
                      </a:endParaRPr>
                    </a:p>
                    <a:p>
                      <a:pPr indent="-184150" lvl="0" marL="228600" marR="0" rtl="0" algn="l">
                        <a:lnSpc>
                          <a:spcPct val="117083"/>
                        </a:lnSpc>
                        <a:spcBef>
                          <a:spcPts val="0"/>
                        </a:spcBef>
                        <a:spcAft>
                          <a:spcPts val="0"/>
                        </a:spcAft>
                        <a:buClr>
                          <a:srgbClr val="1F1F1F"/>
                        </a:buClr>
                        <a:buSzPts val="900"/>
                        <a:buFont typeface="Montserrat"/>
                        <a:buChar char="•"/>
                      </a:pPr>
                      <a:r>
                        <a:rPr lang="en" sz="900" u="none" cap="none" strike="noStrike">
                          <a:solidFill>
                            <a:srgbClr val="1F1F1F"/>
                          </a:solidFill>
                          <a:latin typeface="Montserrat"/>
                          <a:ea typeface="Montserrat"/>
                          <a:cs typeface="Montserrat"/>
                          <a:sym typeface="Montserrat"/>
                        </a:rPr>
                        <a:t>Implementation: Documentation — Functional Documentation Meeting</a:t>
                      </a:r>
                      <a:endParaRPr sz="900" u="none" cap="none" strike="noStrike">
                        <a:latin typeface="Montserrat"/>
                        <a:ea typeface="Montserrat"/>
                        <a:cs typeface="Montserrat"/>
                        <a:sym typeface="Montserrat"/>
                      </a:endParaRPr>
                    </a:p>
                    <a:p>
                      <a:pPr indent="-184150" lvl="0" marL="228600" marR="0" rtl="0" algn="l">
                        <a:lnSpc>
                          <a:spcPct val="118750"/>
                        </a:lnSpc>
                        <a:spcBef>
                          <a:spcPts val="0"/>
                        </a:spcBef>
                        <a:spcAft>
                          <a:spcPts val="0"/>
                        </a:spcAft>
                        <a:buClr>
                          <a:srgbClr val="1F1F1F"/>
                        </a:buClr>
                        <a:buSzPts val="900"/>
                        <a:buFont typeface="Montserrat"/>
                        <a:buChar char="•"/>
                      </a:pPr>
                      <a:r>
                        <a:rPr lang="en" sz="900" u="none" cap="none" strike="noStrike">
                          <a:solidFill>
                            <a:srgbClr val="1F1F1F"/>
                          </a:solidFill>
                          <a:latin typeface="Montserrat"/>
                          <a:ea typeface="Montserrat"/>
                          <a:cs typeface="Montserrat"/>
                          <a:sym typeface="Montserrat"/>
                        </a:rPr>
                        <a:t>Testing: Test Case Creation — FSP Mapping test cases compared with SFA</a:t>
                      </a:r>
                      <a:endParaRPr sz="900" u="none" cap="none" strike="noStrike">
                        <a:latin typeface="Montserrat"/>
                        <a:ea typeface="Montserrat"/>
                        <a:cs typeface="Montserrat"/>
                        <a:sym typeface="Montserrat"/>
                      </a:endParaRPr>
                    </a:p>
                  </a:txBody>
                  <a:tcPr marT="49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a:txBody>
                    <a:bodyPr/>
                    <a:lstStyle/>
                    <a:p>
                      <a:pPr indent="0" lvl="0" marL="0" rtl="0" algn="l">
                        <a:spcBef>
                          <a:spcPts val="0"/>
                        </a:spcBef>
                        <a:spcAft>
                          <a:spcPts val="0"/>
                        </a:spcAft>
                        <a:buNone/>
                      </a:pPr>
                      <a:r>
                        <a:rPr lang="en">
                          <a:latin typeface="Montserrat"/>
                          <a:ea typeface="Montserrat"/>
                          <a:cs typeface="Montserrat"/>
                          <a:sym typeface="Montserrat"/>
                        </a:rPr>
                        <a:t>Done</a:t>
                      </a:r>
                      <a:endParaRPr>
                        <a:latin typeface="Montserrat"/>
                        <a:ea typeface="Montserrat"/>
                        <a:cs typeface="Montserrat"/>
                        <a:sym typeface="Montserrat"/>
                      </a:endParaRPr>
                    </a:p>
                  </a:txBody>
                  <a:tcPr marT="18275" marB="18275" marR="45700" marL="45700">
                    <a:lnL cap="flat" cmpd="sng" w="9525">
                      <a:solidFill>
                        <a:srgbClr val="000000"/>
                      </a:solidFill>
                      <a:prstDash val="solid"/>
                      <a:round/>
                      <a:headEnd len="sm" w="sm" type="none"/>
                      <a:tailEnd len="sm" w="sm" type="none"/>
                    </a:ln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3"/>
          <p:cNvSpPr txBox="1"/>
          <p:nvPr>
            <p:ph type="title"/>
          </p:nvPr>
        </p:nvSpPr>
        <p:spPr>
          <a:xfrm>
            <a:off x="249100" y="183174"/>
            <a:ext cx="8520600" cy="52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9"/>
              <a:t>Part 2.1: Project Progress Update</a:t>
            </a:r>
            <a:endParaRPr sz="2089"/>
          </a:p>
        </p:txBody>
      </p:sp>
      <p:graphicFrame>
        <p:nvGraphicFramePr>
          <p:cNvPr id="276" name="Google Shape;276;p43"/>
          <p:cNvGraphicFramePr/>
          <p:nvPr/>
        </p:nvGraphicFramePr>
        <p:xfrm>
          <a:off x="357525" y="706375"/>
          <a:ext cx="3000000" cy="3000000"/>
        </p:xfrm>
        <a:graphic>
          <a:graphicData uri="http://schemas.openxmlformats.org/drawingml/2006/table">
            <a:tbl>
              <a:tblPr>
                <a:noFill/>
                <a:tableStyleId>{7DFA0212-414B-471C-9494-E5C37E109D46}</a:tableStyleId>
              </a:tblPr>
              <a:tblGrid>
                <a:gridCol w="1480775"/>
                <a:gridCol w="3696275"/>
                <a:gridCol w="2049825"/>
                <a:gridCol w="1185325"/>
              </a:tblGrid>
              <a:tr h="182600">
                <a:tc>
                  <a:txBody>
                    <a:bodyPr/>
                    <a:lstStyle/>
                    <a:p>
                      <a:pPr indent="0" lvl="0" marL="50800" marR="0" rtl="0" algn="l">
                        <a:lnSpc>
                          <a:spcPct val="100000"/>
                        </a:lnSpc>
                        <a:spcBef>
                          <a:spcPts val="0"/>
                        </a:spcBef>
                        <a:spcAft>
                          <a:spcPts val="0"/>
                        </a:spcAft>
                        <a:buNone/>
                      </a:pPr>
                      <a:r>
                        <a:rPr b="1" lang="en" sz="1100" u="none" cap="none" strike="noStrike">
                          <a:solidFill>
                            <a:srgbClr val="1F1F1F"/>
                          </a:solidFill>
                          <a:latin typeface="Montserrat"/>
                          <a:ea typeface="Montserrat"/>
                          <a:cs typeface="Montserrat"/>
                          <a:sym typeface="Montserrat"/>
                        </a:rPr>
                        <a:t>Project Name:</a:t>
                      </a:r>
                      <a:endParaRPr sz="1100" u="none" cap="none" strike="noStrike">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rtl="0" algn="l">
                        <a:spcBef>
                          <a:spcPts val="0"/>
                        </a:spcBef>
                        <a:spcAft>
                          <a:spcPts val="0"/>
                        </a:spcAft>
                        <a:buSzPts val="1100"/>
                        <a:buNone/>
                      </a:pPr>
                      <a:r>
                        <a:rPr b="1" lang="en" sz="1100">
                          <a:solidFill>
                            <a:srgbClr val="1F1F1F"/>
                          </a:solidFill>
                          <a:latin typeface="Montserrat"/>
                          <a:ea typeface="Montserrat"/>
                          <a:cs typeface="Montserrat"/>
                          <a:sym typeface="Montserrat"/>
                        </a:rPr>
                        <a:t>[SFA-Web] [Web Revamp] Customer Bank Accs</a:t>
                      </a:r>
                      <a:endParaRPr b="1" sz="1100">
                        <a:solidFill>
                          <a:srgbClr val="1F1F1F"/>
                        </a:solidFill>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0" rtl="0" algn="l">
                        <a:lnSpc>
                          <a:spcPct val="100000"/>
                        </a:lnSpc>
                        <a:spcBef>
                          <a:spcPts val="0"/>
                        </a:spcBef>
                        <a:spcAft>
                          <a:spcPts val="0"/>
                        </a:spcAft>
                        <a:buNone/>
                      </a:pPr>
                      <a:r>
                        <a:rPr b="1" lang="en" sz="1100" u="none" cap="none" strike="noStrike">
                          <a:solidFill>
                            <a:srgbClr val="1F1F1F"/>
                          </a:solidFill>
                          <a:latin typeface="Montserrat"/>
                          <a:ea typeface="Montserrat"/>
                          <a:cs typeface="Montserrat"/>
                          <a:sym typeface="Montserrat"/>
                        </a:rPr>
                        <a:t>Planned Start Date:</a:t>
                      </a:r>
                      <a:endParaRPr sz="1100" u="none" cap="none" strike="noStrike">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200">
                          <a:latin typeface="Montserrat"/>
                          <a:ea typeface="Montserrat"/>
                          <a:cs typeface="Montserrat"/>
                          <a:sym typeface="Montserrat"/>
                        </a:rPr>
                        <a:t>04/06/2026</a:t>
                      </a:r>
                      <a:endParaRPr sz="1200">
                        <a:latin typeface="Montserrat"/>
                        <a:ea typeface="Montserrat"/>
                        <a:cs typeface="Montserrat"/>
                        <a:sym typeface="Montserrat"/>
                      </a:endParaRPr>
                    </a:p>
                  </a:txBody>
                  <a:tcPr marT="18275" marB="18275" marR="45700" marL="45700"/>
                </a:tc>
              </a:tr>
              <a:tr h="182600">
                <a:tc>
                  <a:txBody>
                    <a:bodyPr/>
                    <a:lstStyle/>
                    <a:p>
                      <a:pPr indent="0" lvl="0" marL="50800" marR="0" rtl="0" algn="l">
                        <a:lnSpc>
                          <a:spcPct val="100000"/>
                        </a:lnSpc>
                        <a:spcBef>
                          <a:spcPts val="0"/>
                        </a:spcBef>
                        <a:spcAft>
                          <a:spcPts val="0"/>
                        </a:spcAft>
                        <a:buNone/>
                      </a:pPr>
                      <a:r>
                        <a:rPr b="1" lang="en" sz="1000" u="none" cap="none" strike="noStrike">
                          <a:solidFill>
                            <a:srgbClr val="1F1F1F"/>
                          </a:solidFill>
                          <a:latin typeface="Montserrat"/>
                          <a:ea typeface="Montserrat"/>
                          <a:cs typeface="Montserrat"/>
                          <a:sym typeface="Montserrat"/>
                        </a:rPr>
                        <a:t>Description:</a:t>
                      </a:r>
                      <a:endParaRPr sz="1000" u="none" cap="none" strike="noStrike">
                        <a:latin typeface="Montserrat"/>
                        <a:ea typeface="Montserrat"/>
                        <a:cs typeface="Montserrat"/>
                        <a:sym typeface="Montserrat"/>
                      </a:endParaRPr>
                    </a:p>
                  </a:txBody>
                  <a:tcPr marT="91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88900" rtl="0" algn="l">
                        <a:lnSpc>
                          <a:spcPct val="115555"/>
                        </a:lnSpc>
                        <a:spcBef>
                          <a:spcPts val="0"/>
                        </a:spcBef>
                        <a:spcAft>
                          <a:spcPts val="0"/>
                        </a:spcAft>
                        <a:buNone/>
                      </a:pPr>
                      <a:r>
                        <a:rPr lang="en" sz="1000">
                          <a:solidFill>
                            <a:srgbClr val="1F1F1F"/>
                          </a:solidFill>
                          <a:latin typeface="Montserrat"/>
                          <a:ea typeface="Montserrat"/>
                          <a:cs typeface="Montserrat"/>
                          <a:sym typeface="Montserrat"/>
                        </a:rPr>
                        <a:t>MOP + merge</a:t>
                      </a:r>
                      <a:endParaRPr sz="1000" u="none" cap="none" strike="noStrike">
                        <a:latin typeface="Montserrat"/>
                        <a:ea typeface="Montserrat"/>
                        <a:cs typeface="Montserrat"/>
                        <a:sym typeface="Montserrat"/>
                      </a:endParaRPr>
                    </a:p>
                  </a:txBody>
                  <a:tcPr marT="2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0" rtl="0" algn="l">
                        <a:lnSpc>
                          <a:spcPct val="100000"/>
                        </a:lnSpc>
                        <a:spcBef>
                          <a:spcPts val="0"/>
                        </a:spcBef>
                        <a:spcAft>
                          <a:spcPts val="0"/>
                        </a:spcAft>
                        <a:buNone/>
                      </a:pPr>
                      <a:r>
                        <a:rPr b="1" lang="en" sz="1000" u="none" cap="none" strike="noStrike">
                          <a:solidFill>
                            <a:srgbClr val="1F1F1F"/>
                          </a:solidFill>
                          <a:latin typeface="Montserrat"/>
                          <a:ea typeface="Montserrat"/>
                          <a:cs typeface="Montserrat"/>
                          <a:sym typeface="Montserrat"/>
                        </a:rPr>
                        <a:t>Planned Finish Date:</a:t>
                      </a:r>
                      <a:endParaRPr sz="1000" u="none" cap="none" strike="noStrike">
                        <a:latin typeface="Montserrat"/>
                        <a:ea typeface="Montserrat"/>
                        <a:cs typeface="Montserrat"/>
                        <a:sym typeface="Montserrat"/>
                      </a:endParaRPr>
                    </a:p>
                  </a:txBody>
                  <a:tcPr marT="9192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200">
                          <a:latin typeface="Montserrat"/>
                          <a:ea typeface="Montserrat"/>
                          <a:cs typeface="Montserrat"/>
                          <a:sym typeface="Montserrat"/>
                        </a:rPr>
                        <a:t>05/31/2026</a:t>
                      </a:r>
                      <a:endParaRPr sz="1200">
                        <a:latin typeface="Montserrat"/>
                        <a:ea typeface="Montserrat"/>
                        <a:cs typeface="Montserrat"/>
                        <a:sym typeface="Montserrat"/>
                      </a:endParaRPr>
                    </a:p>
                  </a:txBody>
                  <a:tcPr marT="18275" marB="18275" marR="45700" marL="45700"/>
                </a:tc>
              </a:tr>
              <a:tr h="182600">
                <a:tc gridSpan="3">
                  <a:txBody>
                    <a:bodyPr/>
                    <a:lstStyle/>
                    <a:p>
                      <a:pPr indent="0" lvl="0" marL="0" marR="0" rtl="0" algn="l">
                        <a:lnSpc>
                          <a:spcPct val="100000"/>
                        </a:lnSpc>
                        <a:spcBef>
                          <a:spcPts val="0"/>
                        </a:spcBef>
                        <a:spcAft>
                          <a:spcPts val="0"/>
                        </a:spcAft>
                        <a:buNone/>
                      </a:pPr>
                      <a:r>
                        <a:t/>
                      </a:r>
                      <a:endParaRPr sz="1100" u="none" cap="none" strike="noStrike">
                        <a:latin typeface="Montserrat"/>
                        <a:ea typeface="Montserrat"/>
                        <a:cs typeface="Montserrat"/>
                        <a:sym typeface="Montserrat"/>
                      </a:endParaRPr>
                    </a:p>
                    <a:p>
                      <a:pPr indent="0" lvl="0" marL="0" marR="0" rtl="0" algn="l">
                        <a:lnSpc>
                          <a:spcPct val="100000"/>
                        </a:lnSpc>
                        <a:spcBef>
                          <a:spcPts val="600"/>
                        </a:spcBef>
                        <a:spcAft>
                          <a:spcPts val="0"/>
                        </a:spcAft>
                        <a:buNone/>
                      </a:pPr>
                      <a:r>
                        <a:t/>
                      </a:r>
                      <a:endParaRPr sz="11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None/>
                      </a:pPr>
                      <a:r>
                        <a:rPr b="1" lang="en" sz="1100" u="none" cap="none" strike="noStrike">
                          <a:solidFill>
                            <a:srgbClr val="1F1F1F"/>
                          </a:solidFill>
                          <a:latin typeface="Montserrat"/>
                          <a:ea typeface="Montserrat"/>
                          <a:cs typeface="Montserrat"/>
                          <a:sym typeface="Montserrat"/>
                        </a:rPr>
                        <a:t>Planned Deliverables This Week</a:t>
                      </a:r>
                      <a:endParaRPr sz="11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lnL cap="flat" cmpd="sng" w="9525">
                      <a:solidFill>
                        <a:srgbClr val="000000"/>
                      </a:solidFill>
                      <a:prstDash val="solid"/>
                      <a:round/>
                      <a:headEnd len="sm" w="sm" type="none"/>
                      <a:tailEnd len="sm" w="sm" type="none"/>
                    </a:lnL>
                  </a:tcPr>
                </a:tc>
              </a:tr>
              <a:tr h="182600">
                <a:tc gridSpan="3">
                  <a:txBody>
                    <a:bodyPr/>
                    <a:lstStyle/>
                    <a:p>
                      <a:pPr indent="-184150" lvl="0" marL="228600" marR="0" rtl="0" algn="l">
                        <a:lnSpc>
                          <a:spcPct val="118750"/>
                        </a:lnSpc>
                        <a:spcBef>
                          <a:spcPts val="0"/>
                        </a:spcBef>
                        <a:spcAft>
                          <a:spcPts val="0"/>
                        </a:spcAft>
                        <a:buClr>
                          <a:srgbClr val="1F1F1F"/>
                        </a:buClr>
                        <a:buSzPts val="900"/>
                        <a:buFont typeface="Montserrat"/>
                        <a:buChar char="•"/>
                      </a:pPr>
                      <a:r>
                        <a:rPr lang="en" sz="900">
                          <a:latin typeface="Montserrat"/>
                          <a:ea typeface="Montserrat"/>
                          <a:cs typeface="Montserrat"/>
                          <a:sym typeface="Montserrat"/>
                        </a:rPr>
                        <a:t>Environment Setup (To main merge)</a:t>
                      </a:r>
                      <a:endParaRPr sz="900">
                        <a:latin typeface="Montserrat"/>
                        <a:ea typeface="Montserrat"/>
                        <a:cs typeface="Montserrat"/>
                        <a:sym typeface="Montserrat"/>
                      </a:endParaRPr>
                    </a:p>
                    <a:p>
                      <a:pPr indent="-184150" lvl="0" marL="228600" marR="0" rtl="0" algn="l">
                        <a:lnSpc>
                          <a:spcPct val="118750"/>
                        </a:lnSpc>
                        <a:spcBef>
                          <a:spcPts val="0"/>
                        </a:spcBef>
                        <a:spcAft>
                          <a:spcPts val="0"/>
                        </a:spcAft>
                        <a:buClr>
                          <a:srgbClr val="1F1F1F"/>
                        </a:buClr>
                        <a:buSzPts val="900"/>
                        <a:buFont typeface="Montserrat"/>
                        <a:buChar char="•"/>
                      </a:pPr>
                      <a:r>
                        <a:rPr lang="en" sz="900">
                          <a:latin typeface="Montserrat"/>
                          <a:ea typeface="Montserrat"/>
                          <a:cs typeface="Montserrat"/>
                          <a:sym typeface="Montserrat"/>
                        </a:rPr>
                        <a:t> MOP Creation</a:t>
                      </a:r>
                      <a:endParaRPr sz="900" u="none" cap="none" strike="noStrike">
                        <a:latin typeface="Montserrat"/>
                        <a:ea typeface="Montserrat"/>
                        <a:cs typeface="Montserrat"/>
                        <a:sym typeface="Montserrat"/>
                      </a:endParaRPr>
                    </a:p>
                  </a:txBody>
                  <a:tcPr marT="49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a:txBody>
                    <a:bodyPr/>
                    <a:lstStyle/>
                    <a:p>
                      <a:pPr indent="0" lvl="0" marL="0" rtl="0" algn="l">
                        <a:spcBef>
                          <a:spcPts val="0"/>
                        </a:spcBef>
                        <a:spcAft>
                          <a:spcPts val="0"/>
                        </a:spcAft>
                        <a:buNone/>
                      </a:pPr>
                      <a:r>
                        <a:rPr lang="en">
                          <a:latin typeface="Montserrat"/>
                          <a:ea typeface="Montserrat"/>
                          <a:cs typeface="Montserrat"/>
                          <a:sym typeface="Montserrat"/>
                        </a:rPr>
                        <a:t>Done</a:t>
                      </a:r>
                      <a:endParaRPr>
                        <a:latin typeface="Montserrat"/>
                        <a:ea typeface="Montserrat"/>
                        <a:cs typeface="Montserrat"/>
                        <a:sym typeface="Montserrat"/>
                      </a:endParaRPr>
                    </a:p>
                  </a:txBody>
                  <a:tcPr marT="18275" marB="18275" marR="45700" marL="45700">
                    <a:lnL cap="flat" cmpd="sng" w="9525">
                      <a:solidFill>
                        <a:srgbClr val="000000"/>
                      </a:solidFill>
                      <a:prstDash val="solid"/>
                      <a:round/>
                      <a:headEnd len="sm" w="sm" type="none"/>
                      <a:tailEnd len="sm" w="sm" type="none"/>
                    </a:ln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4"/>
          <p:cNvSpPr txBox="1"/>
          <p:nvPr>
            <p:ph type="title"/>
          </p:nvPr>
        </p:nvSpPr>
        <p:spPr>
          <a:xfrm>
            <a:off x="249100" y="183174"/>
            <a:ext cx="8520600" cy="52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9"/>
              <a:t>Part 2.1: Project Progress Update</a:t>
            </a:r>
            <a:endParaRPr sz="2089"/>
          </a:p>
        </p:txBody>
      </p:sp>
      <p:graphicFrame>
        <p:nvGraphicFramePr>
          <p:cNvPr id="282" name="Google Shape;282;p44"/>
          <p:cNvGraphicFramePr/>
          <p:nvPr/>
        </p:nvGraphicFramePr>
        <p:xfrm>
          <a:off x="357525" y="706375"/>
          <a:ext cx="3000000" cy="3000000"/>
        </p:xfrm>
        <a:graphic>
          <a:graphicData uri="http://schemas.openxmlformats.org/drawingml/2006/table">
            <a:tbl>
              <a:tblPr>
                <a:noFill/>
                <a:tableStyleId>{7DFA0212-414B-471C-9494-E5C37E109D46}</a:tableStyleId>
              </a:tblPr>
              <a:tblGrid>
                <a:gridCol w="1480775"/>
                <a:gridCol w="3696275"/>
                <a:gridCol w="2049825"/>
                <a:gridCol w="1185325"/>
              </a:tblGrid>
              <a:tr h="182600">
                <a:tc>
                  <a:txBody>
                    <a:bodyPr/>
                    <a:lstStyle/>
                    <a:p>
                      <a:pPr indent="0" lvl="0" marL="50800" marR="0" rtl="0" algn="l">
                        <a:lnSpc>
                          <a:spcPct val="100000"/>
                        </a:lnSpc>
                        <a:spcBef>
                          <a:spcPts val="0"/>
                        </a:spcBef>
                        <a:spcAft>
                          <a:spcPts val="0"/>
                        </a:spcAft>
                        <a:buNone/>
                      </a:pPr>
                      <a:r>
                        <a:rPr b="1" lang="en" sz="1100" u="none" cap="none" strike="noStrike">
                          <a:solidFill>
                            <a:srgbClr val="1F1F1F"/>
                          </a:solidFill>
                          <a:latin typeface="Montserrat"/>
                          <a:ea typeface="Montserrat"/>
                          <a:cs typeface="Montserrat"/>
                          <a:sym typeface="Montserrat"/>
                        </a:rPr>
                        <a:t>Project Name:</a:t>
                      </a:r>
                      <a:endParaRPr sz="1100" u="none" cap="none" strike="noStrike">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rtl="0" algn="l">
                        <a:spcBef>
                          <a:spcPts val="0"/>
                        </a:spcBef>
                        <a:spcAft>
                          <a:spcPts val="0"/>
                        </a:spcAft>
                        <a:buSzPts val="1100"/>
                        <a:buNone/>
                      </a:pPr>
                      <a:r>
                        <a:rPr b="1" lang="en" sz="1100">
                          <a:solidFill>
                            <a:srgbClr val="1F1F1F"/>
                          </a:solidFill>
                          <a:latin typeface="Montserrat"/>
                          <a:ea typeface="Montserrat"/>
                          <a:cs typeface="Montserrat"/>
                          <a:sym typeface="Montserrat"/>
                        </a:rPr>
                        <a:t>[SFA-Web] Expenses Revamp User Maintenance</a:t>
                      </a:r>
                      <a:endParaRPr b="1" sz="1100">
                        <a:solidFill>
                          <a:srgbClr val="1F1F1F"/>
                        </a:solidFill>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0" rtl="0" algn="l">
                        <a:lnSpc>
                          <a:spcPct val="100000"/>
                        </a:lnSpc>
                        <a:spcBef>
                          <a:spcPts val="0"/>
                        </a:spcBef>
                        <a:spcAft>
                          <a:spcPts val="0"/>
                        </a:spcAft>
                        <a:buNone/>
                      </a:pPr>
                      <a:r>
                        <a:rPr b="1" lang="en" sz="1100" u="none" cap="none" strike="noStrike">
                          <a:solidFill>
                            <a:srgbClr val="1F1F1F"/>
                          </a:solidFill>
                          <a:latin typeface="Montserrat"/>
                          <a:ea typeface="Montserrat"/>
                          <a:cs typeface="Montserrat"/>
                          <a:sym typeface="Montserrat"/>
                        </a:rPr>
                        <a:t>Planned Start Date:</a:t>
                      </a:r>
                      <a:endParaRPr sz="1100" u="none" cap="none" strike="noStrike">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200">
                          <a:latin typeface="Montserrat"/>
                          <a:ea typeface="Montserrat"/>
                          <a:cs typeface="Montserrat"/>
                          <a:sym typeface="Montserrat"/>
                        </a:rPr>
                        <a:t>04/06/2026</a:t>
                      </a:r>
                      <a:endParaRPr sz="1200">
                        <a:latin typeface="Montserrat"/>
                        <a:ea typeface="Montserrat"/>
                        <a:cs typeface="Montserrat"/>
                        <a:sym typeface="Montserrat"/>
                      </a:endParaRPr>
                    </a:p>
                  </a:txBody>
                  <a:tcPr marT="18275" marB="18275" marR="45700" marL="45700"/>
                </a:tc>
              </a:tr>
              <a:tr h="182600">
                <a:tc>
                  <a:txBody>
                    <a:bodyPr/>
                    <a:lstStyle/>
                    <a:p>
                      <a:pPr indent="0" lvl="0" marL="50800" marR="0" rtl="0" algn="l">
                        <a:lnSpc>
                          <a:spcPct val="100000"/>
                        </a:lnSpc>
                        <a:spcBef>
                          <a:spcPts val="0"/>
                        </a:spcBef>
                        <a:spcAft>
                          <a:spcPts val="0"/>
                        </a:spcAft>
                        <a:buNone/>
                      </a:pPr>
                      <a:r>
                        <a:rPr b="1" lang="en" sz="1000" u="none" cap="none" strike="noStrike">
                          <a:solidFill>
                            <a:srgbClr val="1F1F1F"/>
                          </a:solidFill>
                          <a:latin typeface="Montserrat"/>
                          <a:ea typeface="Montserrat"/>
                          <a:cs typeface="Montserrat"/>
                          <a:sym typeface="Montserrat"/>
                        </a:rPr>
                        <a:t>Description:</a:t>
                      </a:r>
                      <a:endParaRPr sz="1000" u="none" cap="none" strike="noStrike">
                        <a:latin typeface="Montserrat"/>
                        <a:ea typeface="Montserrat"/>
                        <a:cs typeface="Montserrat"/>
                        <a:sym typeface="Montserrat"/>
                      </a:endParaRPr>
                    </a:p>
                  </a:txBody>
                  <a:tcPr marT="91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88900" rtl="0" algn="l">
                        <a:lnSpc>
                          <a:spcPct val="115555"/>
                        </a:lnSpc>
                        <a:spcBef>
                          <a:spcPts val="0"/>
                        </a:spcBef>
                        <a:spcAft>
                          <a:spcPts val="0"/>
                        </a:spcAft>
                        <a:buNone/>
                      </a:pPr>
                      <a:r>
                        <a:rPr lang="en" sz="1000">
                          <a:solidFill>
                            <a:srgbClr val="1F1F1F"/>
                          </a:solidFill>
                          <a:latin typeface="Montserrat"/>
                          <a:ea typeface="Montserrat"/>
                          <a:cs typeface="Montserrat"/>
                          <a:sym typeface="Montserrat"/>
                        </a:rPr>
                        <a:t>MOP + merge</a:t>
                      </a:r>
                      <a:endParaRPr sz="1000" u="none" cap="none" strike="noStrike">
                        <a:latin typeface="Montserrat"/>
                        <a:ea typeface="Montserrat"/>
                        <a:cs typeface="Montserrat"/>
                        <a:sym typeface="Montserrat"/>
                      </a:endParaRPr>
                    </a:p>
                  </a:txBody>
                  <a:tcPr marT="2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0" rtl="0" algn="l">
                        <a:lnSpc>
                          <a:spcPct val="100000"/>
                        </a:lnSpc>
                        <a:spcBef>
                          <a:spcPts val="0"/>
                        </a:spcBef>
                        <a:spcAft>
                          <a:spcPts val="0"/>
                        </a:spcAft>
                        <a:buNone/>
                      </a:pPr>
                      <a:r>
                        <a:rPr b="1" lang="en" sz="1000" u="none" cap="none" strike="noStrike">
                          <a:solidFill>
                            <a:srgbClr val="1F1F1F"/>
                          </a:solidFill>
                          <a:latin typeface="Montserrat"/>
                          <a:ea typeface="Montserrat"/>
                          <a:cs typeface="Montserrat"/>
                          <a:sym typeface="Montserrat"/>
                        </a:rPr>
                        <a:t>Planned Finish Date:</a:t>
                      </a:r>
                      <a:endParaRPr sz="1000" u="none" cap="none" strike="noStrike">
                        <a:latin typeface="Montserrat"/>
                        <a:ea typeface="Montserrat"/>
                        <a:cs typeface="Montserrat"/>
                        <a:sym typeface="Montserrat"/>
                      </a:endParaRPr>
                    </a:p>
                  </a:txBody>
                  <a:tcPr marT="9192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200">
                          <a:latin typeface="Montserrat"/>
                          <a:ea typeface="Montserrat"/>
                          <a:cs typeface="Montserrat"/>
                          <a:sym typeface="Montserrat"/>
                        </a:rPr>
                        <a:t>05/31/2026</a:t>
                      </a:r>
                      <a:endParaRPr sz="1200">
                        <a:latin typeface="Montserrat"/>
                        <a:ea typeface="Montserrat"/>
                        <a:cs typeface="Montserrat"/>
                        <a:sym typeface="Montserrat"/>
                      </a:endParaRPr>
                    </a:p>
                  </a:txBody>
                  <a:tcPr marT="18275" marB="18275" marR="45700" marL="45700"/>
                </a:tc>
              </a:tr>
              <a:tr h="182600">
                <a:tc gridSpan="3">
                  <a:txBody>
                    <a:bodyPr/>
                    <a:lstStyle/>
                    <a:p>
                      <a:pPr indent="0" lvl="0" marL="0" marR="0" rtl="0" algn="l">
                        <a:lnSpc>
                          <a:spcPct val="100000"/>
                        </a:lnSpc>
                        <a:spcBef>
                          <a:spcPts val="0"/>
                        </a:spcBef>
                        <a:spcAft>
                          <a:spcPts val="0"/>
                        </a:spcAft>
                        <a:buNone/>
                      </a:pPr>
                      <a:r>
                        <a:t/>
                      </a:r>
                      <a:endParaRPr sz="1100" u="none" cap="none" strike="noStrike">
                        <a:latin typeface="Montserrat"/>
                        <a:ea typeface="Montserrat"/>
                        <a:cs typeface="Montserrat"/>
                        <a:sym typeface="Montserrat"/>
                      </a:endParaRPr>
                    </a:p>
                    <a:p>
                      <a:pPr indent="0" lvl="0" marL="0" marR="0" rtl="0" algn="l">
                        <a:lnSpc>
                          <a:spcPct val="100000"/>
                        </a:lnSpc>
                        <a:spcBef>
                          <a:spcPts val="600"/>
                        </a:spcBef>
                        <a:spcAft>
                          <a:spcPts val="0"/>
                        </a:spcAft>
                        <a:buNone/>
                      </a:pPr>
                      <a:r>
                        <a:t/>
                      </a:r>
                      <a:endParaRPr sz="11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None/>
                      </a:pPr>
                      <a:r>
                        <a:rPr b="1" lang="en" sz="1100" u="none" cap="none" strike="noStrike">
                          <a:solidFill>
                            <a:srgbClr val="1F1F1F"/>
                          </a:solidFill>
                          <a:latin typeface="Montserrat"/>
                          <a:ea typeface="Montserrat"/>
                          <a:cs typeface="Montserrat"/>
                          <a:sym typeface="Montserrat"/>
                        </a:rPr>
                        <a:t>Planned Deliverables This Week</a:t>
                      </a:r>
                      <a:endParaRPr sz="11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lnL cap="flat" cmpd="sng" w="9525">
                      <a:solidFill>
                        <a:srgbClr val="000000"/>
                      </a:solidFill>
                      <a:prstDash val="solid"/>
                      <a:round/>
                      <a:headEnd len="sm" w="sm" type="none"/>
                      <a:tailEnd len="sm" w="sm" type="none"/>
                    </a:lnL>
                  </a:tcPr>
                </a:tc>
              </a:tr>
              <a:tr h="182600">
                <a:tc gridSpan="3">
                  <a:txBody>
                    <a:bodyPr/>
                    <a:lstStyle/>
                    <a:p>
                      <a:pPr indent="-184150" lvl="0" marL="228600" marR="0" rtl="0" algn="l">
                        <a:lnSpc>
                          <a:spcPct val="118750"/>
                        </a:lnSpc>
                        <a:spcBef>
                          <a:spcPts val="0"/>
                        </a:spcBef>
                        <a:spcAft>
                          <a:spcPts val="0"/>
                        </a:spcAft>
                        <a:buClr>
                          <a:srgbClr val="1F1F1F"/>
                        </a:buClr>
                        <a:buSzPts val="900"/>
                        <a:buFont typeface="Montserrat"/>
                        <a:buChar char="•"/>
                      </a:pPr>
                      <a:r>
                        <a:rPr lang="en" sz="900">
                          <a:latin typeface="Montserrat"/>
                          <a:ea typeface="Montserrat"/>
                          <a:cs typeface="Montserrat"/>
                          <a:sym typeface="Montserrat"/>
                        </a:rPr>
                        <a:t>UAT</a:t>
                      </a:r>
                      <a:endParaRPr sz="900" u="none" cap="none" strike="noStrike">
                        <a:latin typeface="Montserrat"/>
                        <a:ea typeface="Montserrat"/>
                        <a:cs typeface="Montserrat"/>
                        <a:sym typeface="Montserrat"/>
                      </a:endParaRPr>
                    </a:p>
                  </a:txBody>
                  <a:tcPr marT="49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a:txBody>
                    <a:bodyPr/>
                    <a:lstStyle/>
                    <a:p>
                      <a:pPr indent="0" lvl="0" marL="0" rtl="0" algn="l">
                        <a:spcBef>
                          <a:spcPts val="0"/>
                        </a:spcBef>
                        <a:spcAft>
                          <a:spcPts val="0"/>
                        </a:spcAft>
                        <a:buNone/>
                      </a:pPr>
                      <a:r>
                        <a:rPr lang="en">
                          <a:latin typeface="Montserrat"/>
                          <a:ea typeface="Montserrat"/>
                          <a:cs typeface="Montserrat"/>
                          <a:sym typeface="Montserrat"/>
                        </a:rPr>
                        <a:t>Ongoing</a:t>
                      </a:r>
                      <a:endParaRPr>
                        <a:latin typeface="Montserrat"/>
                        <a:ea typeface="Montserrat"/>
                        <a:cs typeface="Montserrat"/>
                        <a:sym typeface="Montserrat"/>
                      </a:endParaRPr>
                    </a:p>
                  </a:txBody>
                  <a:tcPr marT="18275" marB="18275" marR="45700" marL="45700">
                    <a:lnL cap="flat" cmpd="sng" w="9525">
                      <a:solidFill>
                        <a:srgbClr val="000000"/>
                      </a:solidFill>
                      <a:prstDash val="solid"/>
                      <a:round/>
                      <a:headEnd len="sm" w="sm" type="none"/>
                      <a:tailEnd len="sm" w="sm" type="none"/>
                    </a:ln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5"/>
          <p:cNvSpPr txBox="1"/>
          <p:nvPr>
            <p:ph type="title"/>
          </p:nvPr>
        </p:nvSpPr>
        <p:spPr>
          <a:xfrm>
            <a:off x="249100" y="183174"/>
            <a:ext cx="8520600" cy="52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9"/>
              <a:t>Part 2.2: Support Summary (Customer Requests)</a:t>
            </a:r>
            <a:endParaRPr sz="2089"/>
          </a:p>
        </p:txBody>
      </p:sp>
      <p:sp>
        <p:nvSpPr>
          <p:cNvPr id="288" name="Google Shape;288;p45"/>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 </a:t>
            </a:r>
            <a:r>
              <a:rPr lang="en" sz="2000"/>
              <a:t> </a:t>
            </a:r>
            <a:endParaRPr sz="2000"/>
          </a:p>
        </p:txBody>
      </p:sp>
      <p:graphicFrame>
        <p:nvGraphicFramePr>
          <p:cNvPr id="289" name="Google Shape;289;p45"/>
          <p:cNvGraphicFramePr/>
          <p:nvPr/>
        </p:nvGraphicFramePr>
        <p:xfrm>
          <a:off x="371200" y="706375"/>
          <a:ext cx="3000000" cy="3000000"/>
        </p:xfrm>
        <a:graphic>
          <a:graphicData uri="http://schemas.openxmlformats.org/drawingml/2006/table">
            <a:tbl>
              <a:tblPr>
                <a:noFill/>
                <a:tableStyleId>{7DFA0212-414B-471C-9494-E5C37E109D46}</a:tableStyleId>
              </a:tblPr>
              <a:tblGrid>
                <a:gridCol w="1862000"/>
                <a:gridCol w="1394900"/>
                <a:gridCol w="840425"/>
                <a:gridCol w="711075"/>
                <a:gridCol w="676525"/>
                <a:gridCol w="1608200"/>
                <a:gridCol w="1305425"/>
              </a:tblGrid>
              <a:tr h="182600">
                <a:tc>
                  <a:txBody>
                    <a:bodyPr/>
                    <a:lstStyle/>
                    <a:p>
                      <a:pPr indent="0" lvl="0" marL="0" rtl="0" algn="l">
                        <a:spcBef>
                          <a:spcPts val="0"/>
                        </a:spcBef>
                        <a:spcAft>
                          <a:spcPts val="0"/>
                        </a:spcAft>
                        <a:buNone/>
                      </a:pPr>
                      <a:r>
                        <a:rPr b="1" lang="en">
                          <a:latin typeface="Montserrat"/>
                          <a:ea typeface="Montserrat"/>
                          <a:cs typeface="Montserrat"/>
                          <a:sym typeface="Montserrat"/>
                        </a:rPr>
                        <a:t>App/Domain</a:t>
                      </a:r>
                      <a:endParaRPr b="1">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b="1" lang="en">
                          <a:latin typeface="Montserrat"/>
                          <a:ea typeface="Montserrat"/>
                          <a:cs typeface="Montserrat"/>
                          <a:sym typeface="Montserrat"/>
                        </a:rPr>
                        <a:t>No Of Tickets</a:t>
                      </a:r>
                      <a:endParaRPr b="1">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a:latin typeface="Montserrat"/>
                          <a:ea typeface="Montserrat"/>
                          <a:cs typeface="Montserrat"/>
                          <a:sym typeface="Montserrat"/>
                        </a:rPr>
                        <a:t>Critical</a:t>
                      </a:r>
                      <a:endParaRPr>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a:latin typeface="Montserrat"/>
                          <a:ea typeface="Montserrat"/>
                          <a:cs typeface="Montserrat"/>
                          <a:sym typeface="Montserrat"/>
                        </a:rPr>
                        <a:t>Major</a:t>
                      </a:r>
                      <a:endParaRPr>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a:latin typeface="Montserrat"/>
                          <a:ea typeface="Montserrat"/>
                          <a:cs typeface="Montserrat"/>
                          <a:sym typeface="Montserrat"/>
                        </a:rPr>
                        <a:t>Minor</a:t>
                      </a:r>
                      <a:endParaRPr>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b="1" lang="en">
                          <a:latin typeface="Montserrat"/>
                          <a:ea typeface="Montserrat"/>
                          <a:cs typeface="Montserrat"/>
                          <a:sym typeface="Montserrat"/>
                        </a:rPr>
                        <a:t>Resolved</a:t>
                      </a:r>
                      <a:endParaRPr b="1">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b="1" lang="en">
                          <a:latin typeface="Montserrat"/>
                          <a:ea typeface="Montserrat"/>
                          <a:cs typeface="Montserrat"/>
                          <a:sym typeface="Montserrat"/>
                        </a:rPr>
                        <a:t>Pending</a:t>
                      </a:r>
                      <a:endParaRPr b="1">
                        <a:latin typeface="Montserrat"/>
                        <a:ea typeface="Montserrat"/>
                        <a:cs typeface="Montserrat"/>
                        <a:sym typeface="Montserrat"/>
                      </a:endParaRPr>
                    </a:p>
                  </a:txBody>
                  <a:tcPr marT="18275" marB="18275" marR="45700" marL="45700"/>
                </a:tc>
              </a:tr>
              <a:tr h="182600">
                <a:tc>
                  <a:txBody>
                    <a:bodyPr/>
                    <a:lstStyle/>
                    <a:p>
                      <a:pPr indent="0" lvl="0" marL="0" rtl="0" algn="l">
                        <a:spcBef>
                          <a:spcPts val="0"/>
                        </a:spcBef>
                        <a:spcAft>
                          <a:spcPts val="0"/>
                        </a:spcAft>
                        <a:buNone/>
                      </a:pPr>
                      <a:r>
                        <a:rPr lang="en" sz="1200">
                          <a:latin typeface="Montserrat"/>
                          <a:ea typeface="Montserrat"/>
                          <a:cs typeface="Montserrat"/>
                          <a:sym typeface="Montserrat"/>
                        </a:rPr>
                        <a:t>Expense Revamp</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latin typeface="Montserrat"/>
                          <a:ea typeface="Montserrat"/>
                          <a:cs typeface="Montserrat"/>
                          <a:sym typeface="Montserrat"/>
                        </a:rPr>
                        <a:t>3</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latin typeface="Montserrat"/>
                          <a:ea typeface="Montserrat"/>
                          <a:cs typeface="Montserrat"/>
                          <a:sym typeface="Montserrat"/>
                        </a:rPr>
                        <a:t>1</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latin typeface="Montserrat"/>
                          <a:ea typeface="Montserrat"/>
                          <a:cs typeface="Montserrat"/>
                          <a:sym typeface="Montserrat"/>
                        </a:rPr>
                        <a:t>1</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latin typeface="Montserrat"/>
                          <a:ea typeface="Montserrat"/>
                          <a:cs typeface="Montserrat"/>
                          <a:sym typeface="Montserrat"/>
                        </a:rPr>
                        <a:t>1</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latin typeface="Montserrat"/>
                          <a:ea typeface="Montserrat"/>
                          <a:cs typeface="Montserrat"/>
                          <a:sym typeface="Montserrat"/>
                        </a:rPr>
                        <a:t>1</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latin typeface="Montserrat"/>
                          <a:ea typeface="Montserrat"/>
                          <a:cs typeface="Montserrat"/>
                          <a:sym typeface="Montserrat"/>
                        </a:rPr>
                        <a:t>2</a:t>
                      </a:r>
                      <a:endParaRPr sz="1200">
                        <a:latin typeface="Montserrat"/>
                        <a:ea typeface="Montserrat"/>
                        <a:cs typeface="Montserrat"/>
                        <a:sym typeface="Montserrat"/>
                      </a:endParaRPr>
                    </a:p>
                  </a:txBody>
                  <a:tcPr marT="18275" marB="18275" marR="45700" marL="45700"/>
                </a:tc>
              </a:tr>
              <a:tr h="182600">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r>
              <a:tr h="182600">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r>
              <a:tr h="182600">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r>
              <a:tr h="182600">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r>
            </a:tbl>
          </a:graphicData>
        </a:graphic>
      </p:graphicFrame>
      <p:sp>
        <p:nvSpPr>
          <p:cNvPr id="290" name="Google Shape;290;p45"/>
          <p:cNvSpPr txBox="1"/>
          <p:nvPr>
            <p:ph type="title"/>
          </p:nvPr>
        </p:nvSpPr>
        <p:spPr>
          <a:xfrm>
            <a:off x="249100" y="2300041"/>
            <a:ext cx="8520600" cy="52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9"/>
              <a:t>Part 2.3: Key Impact Delivered This Week</a:t>
            </a:r>
            <a:endParaRPr sz="2089"/>
          </a:p>
        </p:txBody>
      </p:sp>
      <p:sp>
        <p:nvSpPr>
          <p:cNvPr id="291" name="Google Shape;291;p45"/>
          <p:cNvSpPr txBox="1"/>
          <p:nvPr/>
        </p:nvSpPr>
        <p:spPr>
          <a:xfrm>
            <a:off x="308600" y="2728350"/>
            <a:ext cx="8461200" cy="875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Delivered FSP Mapping Implementation Documentation (technical + functional) and Test Case Creation </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Produced Data Dictionary / RTM documentation across all owned modules that helps in traceability for future modules.</a:t>
            </a:r>
            <a:endParaRPr>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1"/>
              </a:solidFill>
              <a:latin typeface="Montserrat"/>
              <a:ea typeface="Montserrat"/>
              <a:cs typeface="Montserrat"/>
              <a:sym typeface="Montserrat"/>
            </a:endParaRPr>
          </a:p>
        </p:txBody>
      </p:sp>
      <p:sp>
        <p:nvSpPr>
          <p:cNvPr id="292" name="Google Shape;292;p45"/>
          <p:cNvSpPr txBox="1"/>
          <p:nvPr>
            <p:ph type="title"/>
          </p:nvPr>
        </p:nvSpPr>
        <p:spPr>
          <a:xfrm>
            <a:off x="178800" y="3763116"/>
            <a:ext cx="8520600" cy="52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9"/>
              <a:t>Part 2.4: Risk/Escalation Needed</a:t>
            </a:r>
            <a:endParaRPr sz="2089"/>
          </a:p>
        </p:txBody>
      </p:sp>
      <p:sp>
        <p:nvSpPr>
          <p:cNvPr id="293" name="Google Shape;293;p45"/>
          <p:cNvSpPr txBox="1"/>
          <p:nvPr/>
        </p:nvSpPr>
        <p:spPr>
          <a:xfrm>
            <a:off x="308611" y="4187655"/>
            <a:ext cx="7584900" cy="625800"/>
          </a:xfrm>
          <a:prstGeom prst="rect">
            <a:avLst/>
          </a:prstGeom>
          <a:noFill/>
          <a:ln>
            <a:noFill/>
          </a:ln>
        </p:spPr>
        <p:txBody>
          <a:bodyPr anchorCtr="0" anchor="t" bIns="91425" lIns="91425" spcFirstLastPara="1" rIns="91425" wrap="square" tIns="91425">
            <a:noAutofit/>
          </a:bodyPr>
          <a:lstStyle/>
          <a:p>
            <a:pPr indent="-317500" lvl="0" marL="457200" rtl="0" algn="l">
              <a:lnSpc>
                <a:spcPct val="80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Meeting with Miss Eula for FSP mapping demo</a:t>
            </a:r>
            <a:endParaRPr>
              <a:solidFill>
                <a:schemeClr val="dk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6"/>
          <p:cNvSpPr txBox="1"/>
          <p:nvPr>
            <p:ph type="title"/>
          </p:nvPr>
        </p:nvSpPr>
        <p:spPr>
          <a:xfrm>
            <a:off x="249100" y="183174"/>
            <a:ext cx="8520600" cy="52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9"/>
              <a:t>Part 2.2: Support Summary (Customer Requests)</a:t>
            </a:r>
            <a:endParaRPr sz="2089"/>
          </a:p>
        </p:txBody>
      </p:sp>
      <p:sp>
        <p:nvSpPr>
          <p:cNvPr id="299" name="Google Shape;299;p46"/>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 </a:t>
            </a:r>
            <a:r>
              <a:rPr lang="en" sz="2000"/>
              <a:t> </a:t>
            </a:r>
            <a:endParaRPr sz="2000"/>
          </a:p>
        </p:txBody>
      </p:sp>
      <p:graphicFrame>
        <p:nvGraphicFramePr>
          <p:cNvPr id="300" name="Google Shape;300;p46"/>
          <p:cNvGraphicFramePr/>
          <p:nvPr/>
        </p:nvGraphicFramePr>
        <p:xfrm>
          <a:off x="371200" y="706375"/>
          <a:ext cx="3000000" cy="3000000"/>
        </p:xfrm>
        <a:graphic>
          <a:graphicData uri="http://schemas.openxmlformats.org/drawingml/2006/table">
            <a:tbl>
              <a:tblPr>
                <a:noFill/>
                <a:tableStyleId>{7DFA0212-414B-471C-9494-E5C37E109D46}</a:tableStyleId>
              </a:tblPr>
              <a:tblGrid>
                <a:gridCol w="1862000"/>
                <a:gridCol w="1394900"/>
                <a:gridCol w="840425"/>
                <a:gridCol w="1365675"/>
                <a:gridCol w="1338725"/>
                <a:gridCol w="1305425"/>
              </a:tblGrid>
              <a:tr h="182600">
                <a:tc>
                  <a:txBody>
                    <a:bodyPr/>
                    <a:lstStyle/>
                    <a:p>
                      <a:pPr indent="0" lvl="0" marL="0" rtl="0" algn="l">
                        <a:spcBef>
                          <a:spcPts val="0"/>
                        </a:spcBef>
                        <a:spcAft>
                          <a:spcPts val="0"/>
                        </a:spcAft>
                        <a:buNone/>
                      </a:pPr>
                      <a:r>
                        <a:rPr b="1" lang="en">
                          <a:latin typeface="Montserrat"/>
                          <a:ea typeface="Montserrat"/>
                          <a:cs typeface="Montserrat"/>
                          <a:sym typeface="Montserrat"/>
                        </a:rPr>
                        <a:t>App/Domain</a:t>
                      </a:r>
                      <a:endParaRPr b="1">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b="1" lang="en">
                          <a:latin typeface="Montserrat"/>
                          <a:ea typeface="Montserrat"/>
                          <a:cs typeface="Montserrat"/>
                          <a:sym typeface="Montserrat"/>
                        </a:rPr>
                        <a:t>Ticket #</a:t>
                      </a:r>
                      <a:endParaRPr b="1">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b="1" lang="en">
                          <a:latin typeface="Montserrat"/>
                          <a:ea typeface="Montserrat"/>
                          <a:cs typeface="Montserrat"/>
                          <a:sym typeface="Montserrat"/>
                        </a:rPr>
                        <a:t>Severity</a:t>
                      </a:r>
                      <a:endParaRPr b="1">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b="1" lang="en">
                          <a:latin typeface="Montserrat"/>
                          <a:ea typeface="Montserrat"/>
                          <a:cs typeface="Montserrat"/>
                          <a:sym typeface="Montserrat"/>
                        </a:rPr>
                        <a:t>Request Date</a:t>
                      </a:r>
                      <a:endParaRPr b="1">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b="1" lang="en">
                          <a:latin typeface="Montserrat"/>
                          <a:ea typeface="Montserrat"/>
                          <a:cs typeface="Montserrat"/>
                          <a:sym typeface="Montserrat"/>
                        </a:rPr>
                        <a:t>Status</a:t>
                      </a:r>
                      <a:endParaRPr b="1">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b="1" lang="en">
                          <a:latin typeface="Montserrat"/>
                          <a:ea typeface="Montserrat"/>
                          <a:cs typeface="Montserrat"/>
                          <a:sym typeface="Montserrat"/>
                        </a:rPr>
                        <a:t>Resolved Date</a:t>
                      </a:r>
                      <a:endParaRPr b="1">
                        <a:latin typeface="Montserrat"/>
                        <a:ea typeface="Montserrat"/>
                        <a:cs typeface="Montserrat"/>
                        <a:sym typeface="Montserrat"/>
                      </a:endParaRPr>
                    </a:p>
                  </a:txBody>
                  <a:tcPr marT="18275" marB="18275" marR="45700" marL="45700"/>
                </a:tc>
              </a:tr>
              <a:tr h="182600">
                <a:tc>
                  <a:txBody>
                    <a:bodyPr/>
                    <a:lstStyle/>
                    <a:p>
                      <a:pPr indent="0" lvl="0" marL="0" rtl="0" algn="l">
                        <a:spcBef>
                          <a:spcPts val="0"/>
                        </a:spcBef>
                        <a:spcAft>
                          <a:spcPts val="0"/>
                        </a:spcAft>
                        <a:buNone/>
                      </a:pPr>
                      <a:r>
                        <a:rPr lang="en" sz="1200">
                          <a:latin typeface="Montserrat"/>
                          <a:ea typeface="Montserrat"/>
                          <a:cs typeface="Montserrat"/>
                          <a:sym typeface="Montserrat"/>
                        </a:rPr>
                        <a:t>Expense Revamp</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latin typeface="Montserrat"/>
                          <a:ea typeface="Montserrat"/>
                          <a:cs typeface="Montserrat"/>
                          <a:sym typeface="Montserrat"/>
                        </a:rPr>
                        <a:t>4354</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latin typeface="Montserrat"/>
                          <a:ea typeface="Montserrat"/>
                          <a:cs typeface="Montserrat"/>
                          <a:sym typeface="Montserrat"/>
                        </a:rPr>
                        <a:t>P1</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latin typeface="Montserrat"/>
                          <a:ea typeface="Montserrat"/>
                          <a:cs typeface="Montserrat"/>
                          <a:sym typeface="Montserrat"/>
                        </a:rPr>
                        <a:t>May 13</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latin typeface="Montserrat"/>
                          <a:ea typeface="Montserrat"/>
                          <a:cs typeface="Montserrat"/>
                          <a:sym typeface="Montserrat"/>
                        </a:rPr>
                        <a:t>Done</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rPr lang="en" sz="1200">
                          <a:solidFill>
                            <a:srgbClr val="FF0000"/>
                          </a:solidFill>
                          <a:latin typeface="Montserrat"/>
                          <a:ea typeface="Montserrat"/>
                          <a:cs typeface="Montserrat"/>
                          <a:sym typeface="Montserrat"/>
                        </a:rPr>
                        <a:t>May 15</a:t>
                      </a:r>
                      <a:endParaRPr sz="1200">
                        <a:solidFill>
                          <a:srgbClr val="FF0000"/>
                        </a:solidFill>
                        <a:latin typeface="Montserrat"/>
                        <a:ea typeface="Montserrat"/>
                        <a:cs typeface="Montserrat"/>
                        <a:sym typeface="Montserrat"/>
                      </a:endParaRPr>
                    </a:p>
                  </a:txBody>
                  <a:tcPr marT="18275" marB="18275" marR="45700" marL="45700"/>
                </a:tc>
              </a:tr>
              <a:tr h="182600">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r>
              <a:tr h="182600">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r>
              <a:tr h="182600">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r>
              <a:tr h="182600">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18275" marB="18275" marR="45700" marL="45700"/>
                </a:tc>
              </a:tr>
            </a:tbl>
          </a:graphicData>
        </a:graphic>
      </p:graphicFrame>
      <p:sp>
        <p:nvSpPr>
          <p:cNvPr id="301" name="Google Shape;301;p46"/>
          <p:cNvSpPr txBox="1"/>
          <p:nvPr>
            <p:ph type="title"/>
          </p:nvPr>
        </p:nvSpPr>
        <p:spPr>
          <a:xfrm>
            <a:off x="249100" y="2300041"/>
            <a:ext cx="8520600" cy="52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9"/>
              <a:t>Part 2.3: Key Impact Delivered This Week</a:t>
            </a:r>
            <a:endParaRPr sz="2089"/>
          </a:p>
        </p:txBody>
      </p:sp>
      <p:sp>
        <p:nvSpPr>
          <p:cNvPr id="302" name="Google Shape;302;p46"/>
          <p:cNvSpPr txBox="1"/>
          <p:nvPr/>
        </p:nvSpPr>
        <p:spPr>
          <a:xfrm>
            <a:off x="308600" y="2728350"/>
            <a:ext cx="8461200" cy="875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Delivered FSP Mapping Implementation Documentation (technical + functional) and Test Case Creation </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Produced Data Dictionary / RTM documentation across all owned modules that helps in traceability for future modules.</a:t>
            </a:r>
            <a:endParaRPr>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1"/>
              </a:solidFill>
              <a:latin typeface="Montserrat"/>
              <a:ea typeface="Montserrat"/>
              <a:cs typeface="Montserrat"/>
              <a:sym typeface="Montserrat"/>
            </a:endParaRPr>
          </a:p>
        </p:txBody>
      </p:sp>
      <p:sp>
        <p:nvSpPr>
          <p:cNvPr id="303" name="Google Shape;303;p46"/>
          <p:cNvSpPr txBox="1"/>
          <p:nvPr>
            <p:ph type="title"/>
          </p:nvPr>
        </p:nvSpPr>
        <p:spPr>
          <a:xfrm>
            <a:off x="178800" y="3763116"/>
            <a:ext cx="8520600" cy="52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9"/>
              <a:t>Part 2.4: Risk/Escalation Needed</a:t>
            </a:r>
            <a:endParaRPr sz="2089"/>
          </a:p>
        </p:txBody>
      </p:sp>
      <p:sp>
        <p:nvSpPr>
          <p:cNvPr id="304" name="Google Shape;304;p46"/>
          <p:cNvSpPr txBox="1"/>
          <p:nvPr/>
        </p:nvSpPr>
        <p:spPr>
          <a:xfrm>
            <a:off x="308611" y="4187655"/>
            <a:ext cx="7584900" cy="625800"/>
          </a:xfrm>
          <a:prstGeom prst="rect">
            <a:avLst/>
          </a:prstGeom>
          <a:noFill/>
          <a:ln>
            <a:noFill/>
          </a:ln>
        </p:spPr>
        <p:txBody>
          <a:bodyPr anchorCtr="0" anchor="t" bIns="91425" lIns="91425" spcFirstLastPara="1" rIns="91425" wrap="square" tIns="91425">
            <a:noAutofit/>
          </a:bodyPr>
          <a:lstStyle/>
          <a:p>
            <a:pPr indent="-317500" lvl="0" marL="457200" rtl="0" algn="l">
              <a:lnSpc>
                <a:spcPct val="80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Meeting with Miss Eula for FSP mapping demo</a:t>
            </a:r>
            <a:endParaRPr>
              <a:solidFill>
                <a:schemeClr val="dk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7"/>
          <p:cNvSpPr txBox="1"/>
          <p:nvPr>
            <p:ph idx="4294967295" type="title"/>
          </p:nvPr>
        </p:nvSpPr>
        <p:spPr>
          <a:xfrm>
            <a:off x="311700" y="1958475"/>
            <a:ext cx="843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8500"/>
              <a:t>Thank you!</a:t>
            </a:r>
            <a:endParaRPr sz="85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