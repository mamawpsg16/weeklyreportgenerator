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2" r:id="rId5"/>
    <p:sldMasterId id="2147483683"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Lst>
  <p:sldSz cy="5143500" cx="9144000"/>
  <p:notesSz cx="6858000" cy="9144000"/>
  <p:embeddedFontLst>
    <p:embeddedFont>
      <p:font typeface="Montserrat Black"/>
      <p:bold r:id="rId19"/>
      <p:boldItalic r:id="rId20"/>
    </p:embeddedFont>
    <p:embeddedFont>
      <p:font typeface="Montserrat"/>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096F313-4B49-42B1-A1C5-13A5E9195BEB}">
  <a:tblStyle styleId="{E096F313-4B49-42B1-A1C5-13A5E9195BE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7DFA0212-414B-471C-9494-E5C37E109D46}"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MontserratBlack-boldItalic.fntdata"/><Relationship Id="rId11" Type="http://schemas.openxmlformats.org/officeDocument/2006/relationships/slide" Target="slides/slide4.xml"/><Relationship Id="rId22" Type="http://schemas.openxmlformats.org/officeDocument/2006/relationships/font" Target="fonts/Montserrat-bold.fntdata"/><Relationship Id="rId10" Type="http://schemas.openxmlformats.org/officeDocument/2006/relationships/slide" Target="slides/slide3.xml"/><Relationship Id="rId21" Type="http://schemas.openxmlformats.org/officeDocument/2006/relationships/font" Target="fonts/Montserrat-regular.fntdata"/><Relationship Id="rId13" Type="http://schemas.openxmlformats.org/officeDocument/2006/relationships/slide" Target="slides/slide6.xml"/><Relationship Id="rId24" Type="http://schemas.openxmlformats.org/officeDocument/2006/relationships/font" Target="fonts/Montserrat-boldItalic.fntdata"/><Relationship Id="rId12" Type="http://schemas.openxmlformats.org/officeDocument/2006/relationships/slide" Target="slides/slide5.xml"/><Relationship Id="rId23" Type="http://schemas.openxmlformats.org/officeDocument/2006/relationships/font" Target="fonts/Montserrat-italic.fntdata"/><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5" Type="http://schemas.openxmlformats.org/officeDocument/2006/relationships/slideMaster" Target="slideMasters/slideMaster1.xml"/><Relationship Id="rId19" Type="http://schemas.openxmlformats.org/officeDocument/2006/relationships/font" Target="fonts/MontserratBlack-bold.fntdata"/><Relationship Id="rId6" Type="http://schemas.openxmlformats.org/officeDocument/2006/relationships/slideMaster" Target="slideMasters/slideMaster2.xml"/><Relationship Id="rId18" Type="http://schemas.openxmlformats.org/officeDocument/2006/relationships/slide" Target="slides/slide11.xml"/><Relationship Id="rId7" Type="http://schemas.openxmlformats.org/officeDocument/2006/relationships/notesMaster" Target="notesMasters/notesMaster1.xml"/><Relationship Id="rId8"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6b9ba063c5_0_3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6b9ba063c5_0_3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97a8b39d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397a8b39d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e9415c0ed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e9415c0ed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e22bd32429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e22bd32429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dda710eb6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3dda710eb6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d90efbd7b1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7" name="Google Shape;267;g3d90efbd7b1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e22bd32429_1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e22bd32429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3e22bd32429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3e22bd32429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86b83f42df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5" name="Google Shape;285;g386b83f42df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e22e2ef45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6" name="Google Shape;296;g3e22e2ef45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6b9ba063c5_0_7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g36b9ba063c5_0_7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jpg"/><Relationship Id="rId3" Type="http://schemas.openxmlformats.org/officeDocument/2006/relationships/image" Target="../media/image1.png"/><Relationship Id="rId4"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 Id="rId3" Type="http://schemas.openxmlformats.org/officeDocument/2006/relationships/image" Target="../media/image2.png"/><Relationship Id="rId4"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 Id="rId3" Type="http://schemas.openxmlformats.org/officeDocument/2006/relationships/image" Target="../media/image2.png"/><Relationship Id="rId4"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 Id="rId3" Type="http://schemas.openxmlformats.org/officeDocument/2006/relationships/image" Target="../media/image2.png"/><Relationship Id="rId4"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jpg"/><Relationship Id="rId3"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 Id="rId3"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jpg"/><Relationship Id="rId3"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jpg"/><Relationship Id="rId3" Type="http://schemas.openxmlformats.org/officeDocument/2006/relationships/image" Target="../media/image8.png"/><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5.png"/><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eak 1">
  <p:cSld name="TITLE_ONLY_1_1">
    <p:spTree>
      <p:nvGrpSpPr>
        <p:cNvPr id="50" name="Shape 50"/>
        <p:cNvGrpSpPr/>
        <p:nvPr/>
      </p:nvGrpSpPr>
      <p:grpSpPr>
        <a:xfrm>
          <a:off x="0" y="0"/>
          <a:ext cx="0" cy="0"/>
          <a:chOff x="0" y="0"/>
          <a:chExt cx="0" cy="0"/>
        </a:xfrm>
      </p:grpSpPr>
      <p:pic>
        <p:nvPicPr>
          <p:cNvPr id="51" name="Google Shape;51;p13"/>
          <p:cNvPicPr preferRelativeResize="0"/>
          <p:nvPr/>
        </p:nvPicPr>
        <p:blipFill rotWithShape="1">
          <a:blip r:embed="rId2">
            <a:alphaModFix amt="24000"/>
          </a:blip>
          <a:srcRect b="1229" l="0" r="1254" t="1239"/>
          <a:stretch/>
        </p:blipFill>
        <p:spPr>
          <a:xfrm>
            <a:off x="0" y="0"/>
            <a:ext cx="9144000" cy="5143500"/>
          </a:xfrm>
          <a:prstGeom prst="rect">
            <a:avLst/>
          </a:prstGeom>
          <a:noFill/>
          <a:ln>
            <a:noFill/>
          </a:ln>
        </p:spPr>
      </p:pic>
      <p:sp>
        <p:nvSpPr>
          <p:cNvPr id="52" name="Google Shape;52;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53" name="Google Shape;53;p13"/>
          <p:cNvPicPr preferRelativeResize="0"/>
          <p:nvPr/>
        </p:nvPicPr>
        <p:blipFill>
          <a:blip r:embed="rId3">
            <a:alphaModFix/>
          </a:blip>
          <a:stretch>
            <a:fillRect/>
          </a:stretch>
        </p:blipFill>
        <p:spPr>
          <a:xfrm>
            <a:off x="403050" y="4277925"/>
            <a:ext cx="668900" cy="674499"/>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4" name="Shape 54"/>
        <p:cNvGrpSpPr/>
        <p:nvPr/>
      </p:nvGrpSpPr>
      <p:grpSpPr>
        <a:xfrm>
          <a:off x="0" y="0"/>
          <a:ext cx="0" cy="0"/>
          <a:chOff x="0" y="0"/>
          <a:chExt cx="0" cy="0"/>
        </a:xfrm>
      </p:grpSpPr>
      <p:sp>
        <p:nvSpPr>
          <p:cNvPr id="55" name="Google Shape;55;p14"/>
          <p:cNvSpPr txBox="1"/>
          <p:nvPr>
            <p:ph type="title"/>
          </p:nvPr>
        </p:nvSpPr>
        <p:spPr>
          <a:xfrm>
            <a:off x="587490" y="1074232"/>
            <a:ext cx="4699635" cy="1323975"/>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100"/>
              <a:buNone/>
              <a:defRPr b="0" i="0" sz="4100">
                <a:solidFill>
                  <a:srgbClr val="112646"/>
                </a:solidFill>
                <a:latin typeface="Arial"/>
                <a:ea typeface="Arial"/>
                <a:cs typeface="Arial"/>
                <a:sym typeface="Aria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56" name="Google Shape;56;p14"/>
          <p:cNvSpPr txBox="1"/>
          <p:nvPr>
            <p:ph idx="1" type="body"/>
          </p:nvPr>
        </p:nvSpPr>
        <p:spPr>
          <a:xfrm>
            <a:off x="401955" y="2438295"/>
            <a:ext cx="8238649" cy="1356835"/>
          </a:xfrm>
          <a:prstGeom prst="rect">
            <a:avLst/>
          </a:prstGeom>
          <a:noFill/>
          <a:ln>
            <a:noFill/>
          </a:ln>
        </p:spPr>
        <p:txBody>
          <a:bodyPr anchorCtr="0" anchor="t" bIns="0" lIns="0" spcFirstLastPara="1" rIns="0" wrap="square" tIns="0">
            <a:spAutoFit/>
          </a:bodyPr>
          <a:lstStyle>
            <a:lvl1pPr indent="-228600" lvl="0" marL="457200" algn="l">
              <a:spcBef>
                <a:spcPts val="0"/>
              </a:spcBef>
              <a:spcAft>
                <a:spcPts val="0"/>
              </a:spcAft>
              <a:buSzPts val="1100"/>
              <a:buNone/>
              <a:defRPr b="0" i="0" sz="1000">
                <a:solidFill>
                  <a:srgbClr val="1F1F1F"/>
                </a:solidFill>
                <a:latin typeface="Trebuchet MS"/>
                <a:ea typeface="Trebuchet MS"/>
                <a:cs typeface="Trebuchet MS"/>
                <a:sym typeface="Trebuchet MS"/>
              </a:defRPr>
            </a:lvl1pPr>
            <a:lvl2pPr indent="-228600" lvl="1" marL="914400" algn="l">
              <a:spcBef>
                <a:spcPts val="1200"/>
              </a:spcBef>
              <a:spcAft>
                <a:spcPts val="0"/>
              </a:spcAft>
              <a:buSzPts val="1100"/>
              <a:buNone/>
              <a:defRPr sz="1100"/>
            </a:lvl2pPr>
            <a:lvl3pPr indent="-228600" lvl="2" marL="1371600" algn="l">
              <a:spcBef>
                <a:spcPts val="1200"/>
              </a:spcBef>
              <a:spcAft>
                <a:spcPts val="0"/>
              </a:spcAft>
              <a:buSzPts val="1100"/>
              <a:buNone/>
              <a:defRPr sz="1100"/>
            </a:lvl3pPr>
            <a:lvl4pPr indent="-228600" lvl="3" marL="1828800" algn="l">
              <a:spcBef>
                <a:spcPts val="1200"/>
              </a:spcBef>
              <a:spcAft>
                <a:spcPts val="0"/>
              </a:spcAft>
              <a:buSzPts val="1100"/>
              <a:buNone/>
              <a:defRPr sz="1100"/>
            </a:lvl4pPr>
            <a:lvl5pPr indent="-228600" lvl="4" marL="2286000" algn="l">
              <a:spcBef>
                <a:spcPts val="1200"/>
              </a:spcBef>
              <a:spcAft>
                <a:spcPts val="0"/>
              </a:spcAft>
              <a:buSzPts val="1100"/>
              <a:buNone/>
              <a:defRPr sz="1100"/>
            </a:lvl5pPr>
            <a:lvl6pPr indent="-228600" lvl="5" marL="2743200" algn="l">
              <a:spcBef>
                <a:spcPts val="1200"/>
              </a:spcBef>
              <a:spcAft>
                <a:spcPts val="0"/>
              </a:spcAft>
              <a:buSzPts val="1100"/>
              <a:buNone/>
              <a:defRPr sz="1100"/>
            </a:lvl6pPr>
            <a:lvl7pPr indent="-228600" lvl="6" marL="3200400" algn="l">
              <a:spcBef>
                <a:spcPts val="1200"/>
              </a:spcBef>
              <a:spcAft>
                <a:spcPts val="0"/>
              </a:spcAft>
              <a:buSzPts val="1100"/>
              <a:buNone/>
              <a:defRPr sz="1100"/>
            </a:lvl7pPr>
            <a:lvl8pPr indent="-228600" lvl="7" marL="3657600" algn="l">
              <a:spcBef>
                <a:spcPts val="1200"/>
              </a:spcBef>
              <a:spcAft>
                <a:spcPts val="0"/>
              </a:spcAft>
              <a:buSzPts val="1100"/>
              <a:buNone/>
              <a:defRPr sz="1100"/>
            </a:lvl8pPr>
            <a:lvl9pPr indent="-228600" lvl="8" marL="4114800" algn="l">
              <a:spcBef>
                <a:spcPts val="1200"/>
              </a:spcBef>
              <a:spcAft>
                <a:spcPts val="1200"/>
              </a:spcAft>
              <a:buSzPts val="1100"/>
              <a:buNone/>
              <a:defRPr sz="1100"/>
            </a:lvl9pPr>
          </a:lstStyle>
          <a:p/>
        </p:txBody>
      </p:sp>
      <p:sp>
        <p:nvSpPr>
          <p:cNvPr id="57" name="Google Shape;57;p14"/>
          <p:cNvSpPr txBox="1"/>
          <p:nvPr>
            <p:ph idx="11" type="ftr"/>
          </p:nvPr>
        </p:nvSpPr>
        <p:spPr>
          <a:xfrm>
            <a:off x="3108960" y="4783455"/>
            <a:ext cx="2926080" cy="257175"/>
          </a:xfrm>
          <a:prstGeom prst="rect">
            <a:avLst/>
          </a:prstGeom>
          <a:noFill/>
          <a:ln>
            <a:noFill/>
          </a:ln>
        </p:spPr>
        <p:txBody>
          <a:bodyPr anchorCtr="0" anchor="t" bIns="0" lIns="0" spcFirstLastPara="1" rIns="0" wrap="square" tIns="0">
            <a:spAutoFit/>
          </a:bodyPr>
          <a:lstStyle>
            <a:lvl1pPr lvl="0" algn="ctr">
              <a:spcBef>
                <a:spcPts val="0"/>
              </a:spcBef>
              <a:spcAft>
                <a:spcPts val="0"/>
              </a:spcAft>
              <a:buSzPts val="1100"/>
              <a:buNone/>
              <a:defRPr sz="1100">
                <a:solidFill>
                  <a:srgbClr val="888888"/>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58" name="Google Shape;58;p14"/>
          <p:cNvSpPr txBox="1"/>
          <p:nvPr>
            <p:ph idx="10" type="dt"/>
          </p:nvPr>
        </p:nvSpPr>
        <p:spPr>
          <a:xfrm>
            <a:off x="457200" y="4783455"/>
            <a:ext cx="2103120" cy="257175"/>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100"/>
              <a:buNone/>
              <a:defRPr sz="1100">
                <a:solidFill>
                  <a:srgbClr val="888888"/>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59" name="Google Shape;59;p14"/>
          <p:cNvSpPr txBox="1"/>
          <p:nvPr>
            <p:ph idx="12" type="sldNum"/>
          </p:nvPr>
        </p:nvSpPr>
        <p:spPr>
          <a:xfrm>
            <a:off x="6583680" y="4783455"/>
            <a:ext cx="2103120" cy="257175"/>
          </a:xfrm>
          <a:prstGeom prst="rect">
            <a:avLst/>
          </a:prstGeom>
          <a:noFill/>
          <a:ln>
            <a:noFill/>
          </a:ln>
        </p:spPr>
        <p:txBody>
          <a:bodyPr anchorCtr="0" anchor="t" bIns="0" lIns="0" spcFirstLastPara="1" rIns="0" wrap="square" tIns="0">
            <a:spAutoFit/>
          </a:bodyPr>
          <a:lstStyle>
            <a:lvl1pPr indent="0" lvl="0" algn="r">
              <a:spcBef>
                <a:spcPts val="0"/>
              </a:spcBef>
              <a:buNone/>
              <a:defRPr sz="1100">
                <a:solidFill>
                  <a:srgbClr val="888888"/>
                </a:solidFill>
              </a:defRPr>
            </a:lvl1pPr>
            <a:lvl2pPr indent="0" lvl="1" algn="r">
              <a:spcBef>
                <a:spcPts val="0"/>
              </a:spcBef>
              <a:buNone/>
              <a:defRPr sz="1100">
                <a:solidFill>
                  <a:srgbClr val="888888"/>
                </a:solidFill>
              </a:defRPr>
            </a:lvl2pPr>
            <a:lvl3pPr indent="0" lvl="2" algn="r">
              <a:spcBef>
                <a:spcPts val="0"/>
              </a:spcBef>
              <a:buNone/>
              <a:defRPr sz="1100">
                <a:solidFill>
                  <a:srgbClr val="888888"/>
                </a:solidFill>
              </a:defRPr>
            </a:lvl3pPr>
            <a:lvl4pPr indent="0" lvl="3" algn="r">
              <a:spcBef>
                <a:spcPts val="0"/>
              </a:spcBef>
              <a:buNone/>
              <a:defRPr sz="1100">
                <a:solidFill>
                  <a:srgbClr val="888888"/>
                </a:solidFill>
              </a:defRPr>
            </a:lvl4pPr>
            <a:lvl5pPr indent="0" lvl="4" algn="r">
              <a:spcBef>
                <a:spcPts val="0"/>
              </a:spcBef>
              <a:buNone/>
              <a:defRPr sz="1100">
                <a:solidFill>
                  <a:srgbClr val="888888"/>
                </a:solidFill>
              </a:defRPr>
            </a:lvl5pPr>
            <a:lvl6pPr indent="0" lvl="5" algn="r">
              <a:spcBef>
                <a:spcPts val="0"/>
              </a:spcBef>
              <a:buNone/>
              <a:defRPr sz="1100">
                <a:solidFill>
                  <a:srgbClr val="888888"/>
                </a:solidFill>
              </a:defRPr>
            </a:lvl6pPr>
            <a:lvl7pPr indent="0" lvl="6" algn="r">
              <a:spcBef>
                <a:spcPts val="0"/>
              </a:spcBef>
              <a:buNone/>
              <a:defRPr sz="1100">
                <a:solidFill>
                  <a:srgbClr val="888888"/>
                </a:solidFill>
              </a:defRPr>
            </a:lvl7pPr>
            <a:lvl8pPr indent="0" lvl="7" algn="r">
              <a:spcBef>
                <a:spcPts val="0"/>
              </a:spcBef>
              <a:buNone/>
              <a:defRPr sz="1100">
                <a:solidFill>
                  <a:srgbClr val="888888"/>
                </a:solidFill>
              </a:defRPr>
            </a:lvl8pPr>
            <a:lvl9pPr indent="0" lvl="8" algn="r">
              <a:spcBef>
                <a:spcPts val="0"/>
              </a:spcBef>
              <a:buNone/>
              <a:defRPr sz="1100">
                <a:solidFill>
                  <a:srgbClr val="888888"/>
                </a:solidFill>
              </a:defRPr>
            </a:lvl9pPr>
          </a:lstStyle>
          <a:p>
            <a:pPr indent="0" lvl="0" marL="0" rtl="0" algn="r">
              <a:spcBef>
                <a:spcPts val="0"/>
              </a:spcBef>
              <a:spcAft>
                <a:spcPts val="0"/>
              </a:spcAft>
              <a:buNone/>
            </a:pPr>
            <a:fld id="{00000000-1234-1234-1234-123412341234}" type="slidenum">
              <a:rPr lang="en"/>
              <a:t>‹#›</a:t>
            </a:fld>
            <a:endParaRPr>
              <a:solidFill>
                <a:schemeClr val="dk2"/>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60" name="Shape 60"/>
        <p:cNvGrpSpPr/>
        <p:nvPr/>
      </p:nvGrpSpPr>
      <p:grpSpPr>
        <a:xfrm>
          <a:off x="0" y="0"/>
          <a:ext cx="0" cy="0"/>
          <a:chOff x="0" y="0"/>
          <a:chExt cx="0" cy="0"/>
        </a:xfrm>
      </p:grpSpPr>
      <p:sp>
        <p:nvSpPr>
          <p:cNvPr id="61" name="Google Shape;61;p15"/>
          <p:cNvSpPr txBox="1"/>
          <p:nvPr>
            <p:ph idx="11" type="ftr"/>
          </p:nvPr>
        </p:nvSpPr>
        <p:spPr>
          <a:xfrm>
            <a:off x="3108960" y="4783455"/>
            <a:ext cx="2926080" cy="257175"/>
          </a:xfrm>
          <a:prstGeom prst="rect">
            <a:avLst/>
          </a:prstGeom>
          <a:noFill/>
          <a:ln>
            <a:noFill/>
          </a:ln>
        </p:spPr>
        <p:txBody>
          <a:bodyPr anchorCtr="0" anchor="t" bIns="0" lIns="0" spcFirstLastPara="1" rIns="0" wrap="square" tIns="0">
            <a:spAutoFit/>
          </a:bodyPr>
          <a:lstStyle>
            <a:lvl1pPr lvl="0" algn="ctr">
              <a:spcBef>
                <a:spcPts val="0"/>
              </a:spcBef>
              <a:spcAft>
                <a:spcPts val="0"/>
              </a:spcAft>
              <a:buSzPts val="1100"/>
              <a:buNone/>
              <a:defRPr sz="1100">
                <a:solidFill>
                  <a:srgbClr val="888888"/>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62" name="Google Shape;62;p15"/>
          <p:cNvSpPr txBox="1"/>
          <p:nvPr>
            <p:ph idx="10" type="dt"/>
          </p:nvPr>
        </p:nvSpPr>
        <p:spPr>
          <a:xfrm>
            <a:off x="457200" y="4783455"/>
            <a:ext cx="2103120" cy="257175"/>
          </a:xfrm>
          <a:prstGeom prst="rect">
            <a:avLst/>
          </a:prstGeom>
          <a:noFill/>
          <a:ln>
            <a:noFill/>
          </a:ln>
        </p:spPr>
        <p:txBody>
          <a:bodyPr anchorCtr="0" anchor="t" bIns="0" lIns="0" spcFirstLastPara="1" rIns="0" wrap="square" tIns="0">
            <a:spAutoFit/>
          </a:bodyPr>
          <a:lstStyle>
            <a:lvl1pPr lvl="0" algn="l">
              <a:spcBef>
                <a:spcPts val="0"/>
              </a:spcBef>
              <a:spcAft>
                <a:spcPts val="0"/>
              </a:spcAft>
              <a:buSzPts val="1100"/>
              <a:buNone/>
              <a:defRPr sz="1100">
                <a:solidFill>
                  <a:srgbClr val="888888"/>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63" name="Google Shape;63;p15"/>
          <p:cNvSpPr txBox="1"/>
          <p:nvPr>
            <p:ph idx="12" type="sldNum"/>
          </p:nvPr>
        </p:nvSpPr>
        <p:spPr>
          <a:xfrm>
            <a:off x="6583680" y="4783455"/>
            <a:ext cx="2103120" cy="257175"/>
          </a:xfrm>
          <a:prstGeom prst="rect">
            <a:avLst/>
          </a:prstGeom>
          <a:noFill/>
          <a:ln>
            <a:noFill/>
          </a:ln>
        </p:spPr>
        <p:txBody>
          <a:bodyPr anchorCtr="0" anchor="t" bIns="0" lIns="0" spcFirstLastPara="1" rIns="0" wrap="square" tIns="0">
            <a:spAutoFit/>
          </a:bodyPr>
          <a:lstStyle>
            <a:lvl1pPr indent="0" lvl="0" algn="r">
              <a:spcBef>
                <a:spcPts val="0"/>
              </a:spcBef>
              <a:buNone/>
              <a:defRPr sz="1100">
                <a:solidFill>
                  <a:srgbClr val="888888"/>
                </a:solidFill>
              </a:defRPr>
            </a:lvl1pPr>
            <a:lvl2pPr indent="0" lvl="1" algn="r">
              <a:spcBef>
                <a:spcPts val="0"/>
              </a:spcBef>
              <a:buNone/>
              <a:defRPr sz="1100">
                <a:solidFill>
                  <a:srgbClr val="888888"/>
                </a:solidFill>
              </a:defRPr>
            </a:lvl2pPr>
            <a:lvl3pPr indent="0" lvl="2" algn="r">
              <a:spcBef>
                <a:spcPts val="0"/>
              </a:spcBef>
              <a:buNone/>
              <a:defRPr sz="1100">
                <a:solidFill>
                  <a:srgbClr val="888888"/>
                </a:solidFill>
              </a:defRPr>
            </a:lvl3pPr>
            <a:lvl4pPr indent="0" lvl="3" algn="r">
              <a:spcBef>
                <a:spcPts val="0"/>
              </a:spcBef>
              <a:buNone/>
              <a:defRPr sz="1100">
                <a:solidFill>
                  <a:srgbClr val="888888"/>
                </a:solidFill>
              </a:defRPr>
            </a:lvl4pPr>
            <a:lvl5pPr indent="0" lvl="4" algn="r">
              <a:spcBef>
                <a:spcPts val="0"/>
              </a:spcBef>
              <a:buNone/>
              <a:defRPr sz="1100">
                <a:solidFill>
                  <a:srgbClr val="888888"/>
                </a:solidFill>
              </a:defRPr>
            </a:lvl5pPr>
            <a:lvl6pPr indent="0" lvl="5" algn="r">
              <a:spcBef>
                <a:spcPts val="0"/>
              </a:spcBef>
              <a:buNone/>
              <a:defRPr sz="1100">
                <a:solidFill>
                  <a:srgbClr val="888888"/>
                </a:solidFill>
              </a:defRPr>
            </a:lvl6pPr>
            <a:lvl7pPr indent="0" lvl="6" algn="r">
              <a:spcBef>
                <a:spcPts val="0"/>
              </a:spcBef>
              <a:buNone/>
              <a:defRPr sz="1100">
                <a:solidFill>
                  <a:srgbClr val="888888"/>
                </a:solidFill>
              </a:defRPr>
            </a:lvl7pPr>
            <a:lvl8pPr indent="0" lvl="7" algn="r">
              <a:spcBef>
                <a:spcPts val="0"/>
              </a:spcBef>
              <a:buNone/>
              <a:defRPr sz="1100">
                <a:solidFill>
                  <a:srgbClr val="888888"/>
                </a:solidFill>
              </a:defRPr>
            </a:lvl8pPr>
            <a:lvl9pPr indent="0" lvl="8" algn="r">
              <a:spcBef>
                <a:spcPts val="0"/>
              </a:spcBef>
              <a:buNone/>
              <a:defRPr sz="1100">
                <a:solidFill>
                  <a:srgbClr val="888888"/>
                </a:solidFill>
              </a:defRPr>
            </a:lvl9pPr>
          </a:lstStyle>
          <a:p>
            <a:pPr indent="0" lvl="0" marL="0" rtl="0" algn="r">
              <a:spcBef>
                <a:spcPts val="0"/>
              </a:spcBef>
              <a:spcAft>
                <a:spcPts val="0"/>
              </a:spcAft>
              <a:buNone/>
            </a:pPr>
            <a:fld id="{00000000-1234-1234-1234-123412341234}" type="slidenum">
              <a:rPr lang="en"/>
              <a:t>‹#›</a:t>
            </a:fld>
            <a:endParaRPr>
              <a:solidFill>
                <a:schemeClr val="dk2"/>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68" name="Shape 68"/>
        <p:cNvGrpSpPr/>
        <p:nvPr/>
      </p:nvGrpSpPr>
      <p:grpSpPr>
        <a:xfrm>
          <a:off x="0" y="0"/>
          <a:ext cx="0" cy="0"/>
          <a:chOff x="0" y="0"/>
          <a:chExt cx="0" cy="0"/>
        </a:xfrm>
      </p:grpSpPr>
      <p:sp>
        <p:nvSpPr>
          <p:cNvPr id="69" name="Google Shape;69;p17"/>
          <p:cNvSpPr txBox="1"/>
          <p:nvPr>
            <p:ph type="ctrTitle"/>
          </p:nvPr>
        </p:nvSpPr>
        <p:spPr>
          <a:xfrm>
            <a:off x="559016" y="957160"/>
            <a:ext cx="5846100" cy="20526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70" name="Google Shape;70;p1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71" name="Google Shape;71;p17"/>
          <p:cNvSpPr txBox="1"/>
          <p:nvPr>
            <p:ph idx="1" type="subTitle"/>
          </p:nvPr>
        </p:nvSpPr>
        <p:spPr>
          <a:xfrm>
            <a:off x="985918" y="2724610"/>
            <a:ext cx="4992300" cy="603600"/>
          </a:xfrm>
          <a:prstGeom prst="rect">
            <a:avLst/>
          </a:prstGeom>
        </p:spPr>
        <p:txBody>
          <a:bodyPr anchorCtr="0" anchor="t" bIns="91425" lIns="91425" spcFirstLastPara="1" rIns="91425" wrap="square" tIns="91425">
            <a:normAutofit/>
          </a:bodyPr>
          <a:lstStyle>
            <a:lvl1pPr lvl="0" algn="ctr">
              <a:spcBef>
                <a:spcPts val="0"/>
              </a:spcBef>
              <a:spcAft>
                <a:spcPts val="0"/>
              </a:spcAft>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72" name="Google Shape;72;p17"/>
          <p:cNvPicPr preferRelativeResize="0"/>
          <p:nvPr/>
        </p:nvPicPr>
        <p:blipFill rotWithShape="1">
          <a:blip r:embed="rId3">
            <a:alphaModFix/>
          </a:blip>
          <a:srcRect b="0" l="0" r="60427" t="38363"/>
          <a:stretch/>
        </p:blipFill>
        <p:spPr>
          <a:xfrm>
            <a:off x="3773975" y="777752"/>
            <a:ext cx="5370025" cy="4365748"/>
          </a:xfrm>
          <a:prstGeom prst="rect">
            <a:avLst/>
          </a:prstGeom>
          <a:noFill/>
          <a:ln>
            <a:noFill/>
          </a:ln>
        </p:spPr>
      </p:pic>
      <p:pic>
        <p:nvPicPr>
          <p:cNvPr id="73" name="Google Shape;73;p17"/>
          <p:cNvPicPr preferRelativeResize="0"/>
          <p:nvPr/>
        </p:nvPicPr>
        <p:blipFill>
          <a:blip r:embed="rId4">
            <a:alphaModFix/>
          </a:blip>
          <a:stretch>
            <a:fillRect/>
          </a:stretch>
        </p:blipFill>
        <p:spPr>
          <a:xfrm>
            <a:off x="6679775" y="1195550"/>
            <a:ext cx="1732800" cy="2488627"/>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 Blue" type="secHead">
  <p:cSld name="SECTION_HEADER">
    <p:bg>
      <p:bgPr>
        <a:blipFill>
          <a:blip r:embed="rId2">
            <a:alphaModFix/>
          </a:blip>
          <a:stretch>
            <a:fillRect/>
          </a:stretch>
        </a:blipFill>
      </p:bgPr>
    </p:bg>
    <p:spTree>
      <p:nvGrpSpPr>
        <p:cNvPr id="74" name="Shape 74"/>
        <p:cNvGrpSpPr/>
        <p:nvPr/>
      </p:nvGrpSpPr>
      <p:grpSpPr>
        <a:xfrm>
          <a:off x="0" y="0"/>
          <a:ext cx="0" cy="0"/>
          <a:chOff x="0" y="0"/>
          <a:chExt cx="0" cy="0"/>
        </a:xfrm>
      </p:grpSpPr>
      <p:sp>
        <p:nvSpPr>
          <p:cNvPr id="75" name="Google Shape;75;p18"/>
          <p:cNvSpPr/>
          <p:nvPr/>
        </p:nvSpPr>
        <p:spPr>
          <a:xfrm>
            <a:off x="0" y="0"/>
            <a:ext cx="9144000" cy="3949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pic>
        <p:nvPicPr>
          <p:cNvPr id="76" name="Google Shape;76;p18"/>
          <p:cNvPicPr preferRelativeResize="0"/>
          <p:nvPr/>
        </p:nvPicPr>
        <p:blipFill rotWithShape="1">
          <a:blip r:embed="rId3">
            <a:alphaModFix/>
          </a:blip>
          <a:srcRect b="426" l="23855" r="7260" t="22121"/>
          <a:stretch/>
        </p:blipFill>
        <p:spPr>
          <a:xfrm>
            <a:off x="7457450" y="3861125"/>
            <a:ext cx="1686548" cy="1282375"/>
          </a:xfrm>
          <a:prstGeom prst="rect">
            <a:avLst/>
          </a:prstGeom>
          <a:noFill/>
          <a:ln>
            <a:noFill/>
          </a:ln>
        </p:spPr>
      </p:pic>
      <p:sp>
        <p:nvSpPr>
          <p:cNvPr id="77" name="Google Shape;77;p18"/>
          <p:cNvSpPr/>
          <p:nvPr/>
        </p:nvSpPr>
        <p:spPr>
          <a:xfrm>
            <a:off x="0" y="1194300"/>
            <a:ext cx="7546500" cy="3949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78" name="Google Shape;78;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79" name="Google Shape;79;p18"/>
          <p:cNvSpPr txBox="1"/>
          <p:nvPr>
            <p:ph type="title"/>
          </p:nvPr>
        </p:nvSpPr>
        <p:spPr>
          <a:xfrm>
            <a:off x="311700" y="534072"/>
            <a:ext cx="8520600" cy="660300"/>
          </a:xfrm>
          <a:prstGeom prst="rect">
            <a:avLst/>
          </a:prstGeom>
        </p:spPr>
        <p:txBody>
          <a:bodyPr anchorCtr="0" anchor="t" bIns="91425" lIns="91425" spcFirstLastPara="1" rIns="91425" wrap="square" tIns="91425">
            <a:normAutofit/>
          </a:bodyPr>
          <a:lstStyle>
            <a:lvl1pPr lvl="0">
              <a:spcBef>
                <a:spcPts val="0"/>
              </a:spcBef>
              <a:spcAft>
                <a:spcPts val="0"/>
              </a:spcAft>
              <a:buClr>
                <a:srgbClr val="12284C"/>
              </a:buClr>
              <a:buSzPts val="3900"/>
              <a:buNone/>
              <a:defRPr sz="3900">
                <a:solidFill>
                  <a:srgbClr val="12284C"/>
                </a:solidFill>
              </a:defRPr>
            </a:lvl1pPr>
            <a:lvl2pPr lvl="1">
              <a:spcBef>
                <a:spcPts val="0"/>
              </a:spcBef>
              <a:spcAft>
                <a:spcPts val="0"/>
              </a:spcAft>
              <a:buClr>
                <a:srgbClr val="12284C"/>
              </a:buClr>
              <a:buSzPts val="3900"/>
              <a:buNone/>
              <a:defRPr sz="3900">
                <a:solidFill>
                  <a:srgbClr val="12284C"/>
                </a:solidFill>
              </a:defRPr>
            </a:lvl2pPr>
            <a:lvl3pPr lvl="2">
              <a:spcBef>
                <a:spcPts val="0"/>
              </a:spcBef>
              <a:spcAft>
                <a:spcPts val="0"/>
              </a:spcAft>
              <a:buClr>
                <a:srgbClr val="12284C"/>
              </a:buClr>
              <a:buSzPts val="3900"/>
              <a:buNone/>
              <a:defRPr sz="3900">
                <a:solidFill>
                  <a:srgbClr val="12284C"/>
                </a:solidFill>
              </a:defRPr>
            </a:lvl3pPr>
            <a:lvl4pPr lvl="3">
              <a:spcBef>
                <a:spcPts val="0"/>
              </a:spcBef>
              <a:spcAft>
                <a:spcPts val="0"/>
              </a:spcAft>
              <a:buClr>
                <a:srgbClr val="12284C"/>
              </a:buClr>
              <a:buSzPts val="3900"/>
              <a:buNone/>
              <a:defRPr sz="3900">
                <a:solidFill>
                  <a:srgbClr val="12284C"/>
                </a:solidFill>
              </a:defRPr>
            </a:lvl4pPr>
            <a:lvl5pPr lvl="4">
              <a:spcBef>
                <a:spcPts val="0"/>
              </a:spcBef>
              <a:spcAft>
                <a:spcPts val="0"/>
              </a:spcAft>
              <a:buClr>
                <a:srgbClr val="12284C"/>
              </a:buClr>
              <a:buSzPts val="3900"/>
              <a:buNone/>
              <a:defRPr sz="3900">
                <a:solidFill>
                  <a:srgbClr val="12284C"/>
                </a:solidFill>
              </a:defRPr>
            </a:lvl5pPr>
            <a:lvl6pPr lvl="5">
              <a:spcBef>
                <a:spcPts val="0"/>
              </a:spcBef>
              <a:spcAft>
                <a:spcPts val="0"/>
              </a:spcAft>
              <a:buClr>
                <a:srgbClr val="12284C"/>
              </a:buClr>
              <a:buSzPts val="3900"/>
              <a:buNone/>
              <a:defRPr sz="3900">
                <a:solidFill>
                  <a:srgbClr val="12284C"/>
                </a:solidFill>
              </a:defRPr>
            </a:lvl6pPr>
            <a:lvl7pPr lvl="6">
              <a:spcBef>
                <a:spcPts val="0"/>
              </a:spcBef>
              <a:spcAft>
                <a:spcPts val="0"/>
              </a:spcAft>
              <a:buClr>
                <a:srgbClr val="12284C"/>
              </a:buClr>
              <a:buSzPts val="3900"/>
              <a:buNone/>
              <a:defRPr sz="3900">
                <a:solidFill>
                  <a:srgbClr val="12284C"/>
                </a:solidFill>
              </a:defRPr>
            </a:lvl7pPr>
            <a:lvl8pPr lvl="7">
              <a:spcBef>
                <a:spcPts val="0"/>
              </a:spcBef>
              <a:spcAft>
                <a:spcPts val="0"/>
              </a:spcAft>
              <a:buClr>
                <a:srgbClr val="12284C"/>
              </a:buClr>
              <a:buSzPts val="3900"/>
              <a:buNone/>
              <a:defRPr sz="3900">
                <a:solidFill>
                  <a:srgbClr val="12284C"/>
                </a:solidFill>
              </a:defRPr>
            </a:lvl8pPr>
            <a:lvl9pPr lvl="8">
              <a:spcBef>
                <a:spcPts val="0"/>
              </a:spcBef>
              <a:spcAft>
                <a:spcPts val="0"/>
              </a:spcAft>
              <a:buClr>
                <a:srgbClr val="12284C"/>
              </a:buClr>
              <a:buSzPts val="3900"/>
              <a:buNone/>
              <a:defRPr sz="3900">
                <a:solidFill>
                  <a:srgbClr val="12284C"/>
                </a:solidFill>
              </a:defRPr>
            </a:lvl9pPr>
          </a:lstStyle>
          <a:p/>
        </p:txBody>
      </p:sp>
      <p:sp>
        <p:nvSpPr>
          <p:cNvPr id="80" name="Google Shape;80;p18"/>
          <p:cNvSpPr txBox="1"/>
          <p:nvPr>
            <p:ph idx="1" type="subTitle"/>
          </p:nvPr>
        </p:nvSpPr>
        <p:spPr>
          <a:xfrm>
            <a:off x="310896" y="1194295"/>
            <a:ext cx="4491900" cy="603600"/>
          </a:xfrm>
          <a:prstGeom prst="rect">
            <a:avLst/>
          </a:prstGeom>
        </p:spPr>
        <p:txBody>
          <a:bodyPr anchorCtr="0" anchor="t" bIns="91425" lIns="91425" spcFirstLastPara="1" rIns="91425" wrap="square" tIns="91425">
            <a:normAutofit/>
          </a:bodyPr>
          <a:lstStyle>
            <a:lvl1pPr lvl="0">
              <a:spcBef>
                <a:spcPts val="0"/>
              </a:spcBef>
              <a:spcAft>
                <a:spcPts val="0"/>
              </a:spcAft>
              <a:buClr>
                <a:srgbClr val="12284C"/>
              </a:buClr>
              <a:buSzPts val="1800"/>
              <a:buNone/>
              <a:defRPr>
                <a:solidFill>
                  <a:srgbClr val="12284C"/>
                </a:solidFill>
              </a:defRPr>
            </a:lvl1pPr>
            <a:lvl2pPr lvl="1">
              <a:spcBef>
                <a:spcPts val="0"/>
              </a:spcBef>
              <a:spcAft>
                <a:spcPts val="0"/>
              </a:spcAft>
              <a:buClr>
                <a:srgbClr val="12284C"/>
              </a:buClr>
              <a:buSzPts val="1400"/>
              <a:buNone/>
              <a:defRPr>
                <a:solidFill>
                  <a:srgbClr val="12284C"/>
                </a:solidFill>
              </a:defRPr>
            </a:lvl2pPr>
            <a:lvl3pPr lvl="2">
              <a:spcBef>
                <a:spcPts val="0"/>
              </a:spcBef>
              <a:spcAft>
                <a:spcPts val="0"/>
              </a:spcAft>
              <a:buClr>
                <a:srgbClr val="12284C"/>
              </a:buClr>
              <a:buSzPts val="1400"/>
              <a:buNone/>
              <a:defRPr>
                <a:solidFill>
                  <a:srgbClr val="12284C"/>
                </a:solidFill>
              </a:defRPr>
            </a:lvl3pPr>
            <a:lvl4pPr lvl="3">
              <a:spcBef>
                <a:spcPts val="0"/>
              </a:spcBef>
              <a:spcAft>
                <a:spcPts val="0"/>
              </a:spcAft>
              <a:buClr>
                <a:srgbClr val="12284C"/>
              </a:buClr>
              <a:buSzPts val="1400"/>
              <a:buNone/>
              <a:defRPr>
                <a:solidFill>
                  <a:srgbClr val="12284C"/>
                </a:solidFill>
              </a:defRPr>
            </a:lvl4pPr>
            <a:lvl5pPr lvl="4">
              <a:spcBef>
                <a:spcPts val="0"/>
              </a:spcBef>
              <a:spcAft>
                <a:spcPts val="0"/>
              </a:spcAft>
              <a:buClr>
                <a:srgbClr val="12284C"/>
              </a:buClr>
              <a:buSzPts val="1400"/>
              <a:buNone/>
              <a:defRPr>
                <a:solidFill>
                  <a:srgbClr val="12284C"/>
                </a:solidFill>
              </a:defRPr>
            </a:lvl5pPr>
            <a:lvl6pPr lvl="5">
              <a:spcBef>
                <a:spcPts val="0"/>
              </a:spcBef>
              <a:spcAft>
                <a:spcPts val="0"/>
              </a:spcAft>
              <a:buClr>
                <a:srgbClr val="12284C"/>
              </a:buClr>
              <a:buSzPts val="1400"/>
              <a:buNone/>
              <a:defRPr>
                <a:solidFill>
                  <a:srgbClr val="12284C"/>
                </a:solidFill>
              </a:defRPr>
            </a:lvl6pPr>
            <a:lvl7pPr lvl="6">
              <a:spcBef>
                <a:spcPts val="0"/>
              </a:spcBef>
              <a:spcAft>
                <a:spcPts val="0"/>
              </a:spcAft>
              <a:buClr>
                <a:srgbClr val="12284C"/>
              </a:buClr>
              <a:buSzPts val="1400"/>
              <a:buNone/>
              <a:defRPr>
                <a:solidFill>
                  <a:srgbClr val="12284C"/>
                </a:solidFill>
              </a:defRPr>
            </a:lvl7pPr>
            <a:lvl8pPr lvl="7">
              <a:spcBef>
                <a:spcPts val="0"/>
              </a:spcBef>
              <a:spcAft>
                <a:spcPts val="0"/>
              </a:spcAft>
              <a:buClr>
                <a:srgbClr val="12284C"/>
              </a:buClr>
              <a:buSzPts val="1400"/>
              <a:buNone/>
              <a:defRPr>
                <a:solidFill>
                  <a:srgbClr val="12284C"/>
                </a:solidFill>
              </a:defRPr>
            </a:lvl8pPr>
            <a:lvl9pPr lvl="8">
              <a:spcBef>
                <a:spcPts val="0"/>
              </a:spcBef>
              <a:spcAft>
                <a:spcPts val="0"/>
              </a:spcAft>
              <a:buClr>
                <a:srgbClr val="12284C"/>
              </a:buClr>
              <a:buSzPts val="1400"/>
              <a:buNone/>
              <a:defRPr>
                <a:solidFill>
                  <a:srgbClr val="12284C"/>
                </a:solidFill>
              </a:defRPr>
            </a:lvl9pPr>
          </a:lstStyle>
          <a:p/>
        </p:txBody>
      </p:sp>
      <p:pic>
        <p:nvPicPr>
          <p:cNvPr id="81" name="Google Shape;81;p18"/>
          <p:cNvPicPr preferRelativeResize="0"/>
          <p:nvPr/>
        </p:nvPicPr>
        <p:blipFill>
          <a:blip r:embed="rId4">
            <a:alphaModFix/>
          </a:blip>
          <a:stretch>
            <a:fillRect/>
          </a:stretch>
        </p:blipFill>
        <p:spPr>
          <a:xfrm>
            <a:off x="8248846" y="4009412"/>
            <a:ext cx="686430" cy="9858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 Green">
  <p:cSld name="SECTION_HEADER_1">
    <p:bg>
      <p:bgPr>
        <a:blipFill>
          <a:blip r:embed="rId2">
            <a:alphaModFix/>
          </a:blip>
          <a:stretch>
            <a:fillRect/>
          </a:stretch>
        </a:blipFill>
      </p:bgPr>
    </p:bg>
    <p:spTree>
      <p:nvGrpSpPr>
        <p:cNvPr id="82" name="Shape 82"/>
        <p:cNvGrpSpPr/>
        <p:nvPr/>
      </p:nvGrpSpPr>
      <p:grpSpPr>
        <a:xfrm>
          <a:off x="0" y="0"/>
          <a:ext cx="0" cy="0"/>
          <a:chOff x="0" y="0"/>
          <a:chExt cx="0" cy="0"/>
        </a:xfrm>
      </p:grpSpPr>
      <p:sp>
        <p:nvSpPr>
          <p:cNvPr id="83" name="Google Shape;83;p19"/>
          <p:cNvSpPr/>
          <p:nvPr/>
        </p:nvSpPr>
        <p:spPr>
          <a:xfrm>
            <a:off x="0" y="0"/>
            <a:ext cx="9144000" cy="3949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pic>
        <p:nvPicPr>
          <p:cNvPr id="84" name="Google Shape;84;p19"/>
          <p:cNvPicPr preferRelativeResize="0"/>
          <p:nvPr/>
        </p:nvPicPr>
        <p:blipFill rotWithShape="1">
          <a:blip r:embed="rId3">
            <a:alphaModFix/>
          </a:blip>
          <a:srcRect b="426" l="23855" r="7260" t="22121"/>
          <a:stretch/>
        </p:blipFill>
        <p:spPr>
          <a:xfrm>
            <a:off x="7457450" y="3861125"/>
            <a:ext cx="1686548" cy="1282375"/>
          </a:xfrm>
          <a:prstGeom prst="rect">
            <a:avLst/>
          </a:prstGeom>
          <a:noFill/>
          <a:ln>
            <a:noFill/>
          </a:ln>
        </p:spPr>
      </p:pic>
      <p:sp>
        <p:nvSpPr>
          <p:cNvPr id="85" name="Google Shape;85;p19"/>
          <p:cNvSpPr/>
          <p:nvPr/>
        </p:nvSpPr>
        <p:spPr>
          <a:xfrm>
            <a:off x="0" y="1194300"/>
            <a:ext cx="7546500" cy="3949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86" name="Google Shape;86;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9"/>
          <p:cNvSpPr txBox="1"/>
          <p:nvPr>
            <p:ph type="title"/>
          </p:nvPr>
        </p:nvSpPr>
        <p:spPr>
          <a:xfrm>
            <a:off x="311700" y="534072"/>
            <a:ext cx="8520600" cy="660300"/>
          </a:xfrm>
          <a:prstGeom prst="rect">
            <a:avLst/>
          </a:prstGeom>
        </p:spPr>
        <p:txBody>
          <a:bodyPr anchorCtr="0" anchor="t" bIns="91425" lIns="91425" spcFirstLastPara="1" rIns="91425" wrap="square" tIns="91425">
            <a:normAutofit/>
          </a:bodyPr>
          <a:lstStyle>
            <a:lvl1pPr lvl="0">
              <a:spcBef>
                <a:spcPts val="0"/>
              </a:spcBef>
              <a:spcAft>
                <a:spcPts val="0"/>
              </a:spcAft>
              <a:buClr>
                <a:srgbClr val="12284C"/>
              </a:buClr>
              <a:buSzPts val="3900"/>
              <a:buNone/>
              <a:defRPr sz="3900">
                <a:solidFill>
                  <a:srgbClr val="12284C"/>
                </a:solidFill>
              </a:defRPr>
            </a:lvl1pPr>
            <a:lvl2pPr lvl="1">
              <a:spcBef>
                <a:spcPts val="0"/>
              </a:spcBef>
              <a:spcAft>
                <a:spcPts val="0"/>
              </a:spcAft>
              <a:buClr>
                <a:srgbClr val="12284C"/>
              </a:buClr>
              <a:buSzPts val="3900"/>
              <a:buNone/>
              <a:defRPr sz="3900">
                <a:solidFill>
                  <a:srgbClr val="12284C"/>
                </a:solidFill>
              </a:defRPr>
            </a:lvl2pPr>
            <a:lvl3pPr lvl="2">
              <a:spcBef>
                <a:spcPts val="0"/>
              </a:spcBef>
              <a:spcAft>
                <a:spcPts val="0"/>
              </a:spcAft>
              <a:buClr>
                <a:srgbClr val="12284C"/>
              </a:buClr>
              <a:buSzPts val="3900"/>
              <a:buNone/>
              <a:defRPr sz="3900">
                <a:solidFill>
                  <a:srgbClr val="12284C"/>
                </a:solidFill>
              </a:defRPr>
            </a:lvl3pPr>
            <a:lvl4pPr lvl="3">
              <a:spcBef>
                <a:spcPts val="0"/>
              </a:spcBef>
              <a:spcAft>
                <a:spcPts val="0"/>
              </a:spcAft>
              <a:buClr>
                <a:srgbClr val="12284C"/>
              </a:buClr>
              <a:buSzPts val="3900"/>
              <a:buNone/>
              <a:defRPr sz="3900">
                <a:solidFill>
                  <a:srgbClr val="12284C"/>
                </a:solidFill>
              </a:defRPr>
            </a:lvl4pPr>
            <a:lvl5pPr lvl="4">
              <a:spcBef>
                <a:spcPts val="0"/>
              </a:spcBef>
              <a:spcAft>
                <a:spcPts val="0"/>
              </a:spcAft>
              <a:buClr>
                <a:srgbClr val="12284C"/>
              </a:buClr>
              <a:buSzPts val="3900"/>
              <a:buNone/>
              <a:defRPr sz="3900">
                <a:solidFill>
                  <a:srgbClr val="12284C"/>
                </a:solidFill>
              </a:defRPr>
            </a:lvl5pPr>
            <a:lvl6pPr lvl="5">
              <a:spcBef>
                <a:spcPts val="0"/>
              </a:spcBef>
              <a:spcAft>
                <a:spcPts val="0"/>
              </a:spcAft>
              <a:buClr>
                <a:srgbClr val="12284C"/>
              </a:buClr>
              <a:buSzPts val="3900"/>
              <a:buNone/>
              <a:defRPr sz="3900">
                <a:solidFill>
                  <a:srgbClr val="12284C"/>
                </a:solidFill>
              </a:defRPr>
            </a:lvl6pPr>
            <a:lvl7pPr lvl="6">
              <a:spcBef>
                <a:spcPts val="0"/>
              </a:spcBef>
              <a:spcAft>
                <a:spcPts val="0"/>
              </a:spcAft>
              <a:buClr>
                <a:srgbClr val="12284C"/>
              </a:buClr>
              <a:buSzPts val="3900"/>
              <a:buNone/>
              <a:defRPr sz="3900">
                <a:solidFill>
                  <a:srgbClr val="12284C"/>
                </a:solidFill>
              </a:defRPr>
            </a:lvl7pPr>
            <a:lvl8pPr lvl="7">
              <a:spcBef>
                <a:spcPts val="0"/>
              </a:spcBef>
              <a:spcAft>
                <a:spcPts val="0"/>
              </a:spcAft>
              <a:buClr>
                <a:srgbClr val="12284C"/>
              </a:buClr>
              <a:buSzPts val="3900"/>
              <a:buNone/>
              <a:defRPr sz="3900">
                <a:solidFill>
                  <a:srgbClr val="12284C"/>
                </a:solidFill>
              </a:defRPr>
            </a:lvl8pPr>
            <a:lvl9pPr lvl="8">
              <a:spcBef>
                <a:spcPts val="0"/>
              </a:spcBef>
              <a:spcAft>
                <a:spcPts val="0"/>
              </a:spcAft>
              <a:buClr>
                <a:srgbClr val="12284C"/>
              </a:buClr>
              <a:buSzPts val="3900"/>
              <a:buNone/>
              <a:defRPr sz="3900">
                <a:solidFill>
                  <a:srgbClr val="12284C"/>
                </a:solidFill>
              </a:defRPr>
            </a:lvl9pPr>
          </a:lstStyle>
          <a:p/>
        </p:txBody>
      </p:sp>
      <p:sp>
        <p:nvSpPr>
          <p:cNvPr id="88" name="Google Shape;88;p19"/>
          <p:cNvSpPr txBox="1"/>
          <p:nvPr>
            <p:ph idx="1" type="subTitle"/>
          </p:nvPr>
        </p:nvSpPr>
        <p:spPr>
          <a:xfrm>
            <a:off x="310896" y="1194295"/>
            <a:ext cx="4491900" cy="603600"/>
          </a:xfrm>
          <a:prstGeom prst="rect">
            <a:avLst/>
          </a:prstGeom>
        </p:spPr>
        <p:txBody>
          <a:bodyPr anchorCtr="0" anchor="t" bIns="91425" lIns="91425" spcFirstLastPara="1" rIns="91425" wrap="square" tIns="91425">
            <a:normAutofit/>
          </a:bodyPr>
          <a:lstStyle>
            <a:lvl1pPr lvl="0">
              <a:spcBef>
                <a:spcPts val="0"/>
              </a:spcBef>
              <a:spcAft>
                <a:spcPts val="0"/>
              </a:spcAft>
              <a:buClr>
                <a:srgbClr val="12284C"/>
              </a:buClr>
              <a:buSzPts val="1800"/>
              <a:buNone/>
              <a:defRPr>
                <a:solidFill>
                  <a:srgbClr val="12284C"/>
                </a:solidFill>
              </a:defRPr>
            </a:lvl1pPr>
            <a:lvl2pPr lvl="1">
              <a:spcBef>
                <a:spcPts val="0"/>
              </a:spcBef>
              <a:spcAft>
                <a:spcPts val="0"/>
              </a:spcAft>
              <a:buClr>
                <a:srgbClr val="12284C"/>
              </a:buClr>
              <a:buSzPts val="1400"/>
              <a:buNone/>
              <a:defRPr>
                <a:solidFill>
                  <a:srgbClr val="12284C"/>
                </a:solidFill>
              </a:defRPr>
            </a:lvl2pPr>
            <a:lvl3pPr lvl="2">
              <a:spcBef>
                <a:spcPts val="0"/>
              </a:spcBef>
              <a:spcAft>
                <a:spcPts val="0"/>
              </a:spcAft>
              <a:buClr>
                <a:srgbClr val="12284C"/>
              </a:buClr>
              <a:buSzPts val="1400"/>
              <a:buNone/>
              <a:defRPr>
                <a:solidFill>
                  <a:srgbClr val="12284C"/>
                </a:solidFill>
              </a:defRPr>
            </a:lvl3pPr>
            <a:lvl4pPr lvl="3">
              <a:spcBef>
                <a:spcPts val="0"/>
              </a:spcBef>
              <a:spcAft>
                <a:spcPts val="0"/>
              </a:spcAft>
              <a:buClr>
                <a:srgbClr val="12284C"/>
              </a:buClr>
              <a:buSzPts val="1400"/>
              <a:buNone/>
              <a:defRPr>
                <a:solidFill>
                  <a:srgbClr val="12284C"/>
                </a:solidFill>
              </a:defRPr>
            </a:lvl4pPr>
            <a:lvl5pPr lvl="4">
              <a:spcBef>
                <a:spcPts val="0"/>
              </a:spcBef>
              <a:spcAft>
                <a:spcPts val="0"/>
              </a:spcAft>
              <a:buClr>
                <a:srgbClr val="12284C"/>
              </a:buClr>
              <a:buSzPts val="1400"/>
              <a:buNone/>
              <a:defRPr>
                <a:solidFill>
                  <a:srgbClr val="12284C"/>
                </a:solidFill>
              </a:defRPr>
            </a:lvl5pPr>
            <a:lvl6pPr lvl="5">
              <a:spcBef>
                <a:spcPts val="0"/>
              </a:spcBef>
              <a:spcAft>
                <a:spcPts val="0"/>
              </a:spcAft>
              <a:buClr>
                <a:srgbClr val="12284C"/>
              </a:buClr>
              <a:buSzPts val="1400"/>
              <a:buNone/>
              <a:defRPr>
                <a:solidFill>
                  <a:srgbClr val="12284C"/>
                </a:solidFill>
              </a:defRPr>
            </a:lvl6pPr>
            <a:lvl7pPr lvl="6">
              <a:spcBef>
                <a:spcPts val="0"/>
              </a:spcBef>
              <a:spcAft>
                <a:spcPts val="0"/>
              </a:spcAft>
              <a:buClr>
                <a:srgbClr val="12284C"/>
              </a:buClr>
              <a:buSzPts val="1400"/>
              <a:buNone/>
              <a:defRPr>
                <a:solidFill>
                  <a:srgbClr val="12284C"/>
                </a:solidFill>
              </a:defRPr>
            </a:lvl7pPr>
            <a:lvl8pPr lvl="7">
              <a:spcBef>
                <a:spcPts val="0"/>
              </a:spcBef>
              <a:spcAft>
                <a:spcPts val="0"/>
              </a:spcAft>
              <a:buClr>
                <a:srgbClr val="12284C"/>
              </a:buClr>
              <a:buSzPts val="1400"/>
              <a:buNone/>
              <a:defRPr>
                <a:solidFill>
                  <a:srgbClr val="12284C"/>
                </a:solidFill>
              </a:defRPr>
            </a:lvl8pPr>
            <a:lvl9pPr lvl="8">
              <a:spcBef>
                <a:spcPts val="0"/>
              </a:spcBef>
              <a:spcAft>
                <a:spcPts val="0"/>
              </a:spcAft>
              <a:buClr>
                <a:srgbClr val="12284C"/>
              </a:buClr>
              <a:buSzPts val="1400"/>
              <a:buNone/>
              <a:defRPr>
                <a:solidFill>
                  <a:srgbClr val="12284C"/>
                </a:solidFill>
              </a:defRPr>
            </a:lvl9pPr>
          </a:lstStyle>
          <a:p/>
        </p:txBody>
      </p:sp>
      <p:pic>
        <p:nvPicPr>
          <p:cNvPr id="89" name="Google Shape;89;p19"/>
          <p:cNvPicPr preferRelativeResize="0"/>
          <p:nvPr/>
        </p:nvPicPr>
        <p:blipFill>
          <a:blip r:embed="rId4">
            <a:alphaModFix/>
          </a:blip>
          <a:stretch>
            <a:fillRect/>
          </a:stretch>
        </p:blipFill>
        <p:spPr>
          <a:xfrm>
            <a:off x="8248846" y="4009412"/>
            <a:ext cx="686430" cy="9858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 Red">
  <p:cSld name="SECTION_HEADER_1_1">
    <p:bg>
      <p:bgPr>
        <a:blipFill>
          <a:blip r:embed="rId2">
            <a:alphaModFix/>
          </a:blip>
          <a:stretch>
            <a:fillRect/>
          </a:stretch>
        </a:blipFill>
      </p:bgPr>
    </p:bg>
    <p:spTree>
      <p:nvGrpSpPr>
        <p:cNvPr id="90" name="Shape 90"/>
        <p:cNvGrpSpPr/>
        <p:nvPr/>
      </p:nvGrpSpPr>
      <p:grpSpPr>
        <a:xfrm>
          <a:off x="0" y="0"/>
          <a:ext cx="0" cy="0"/>
          <a:chOff x="0" y="0"/>
          <a:chExt cx="0" cy="0"/>
        </a:xfrm>
      </p:grpSpPr>
      <p:sp>
        <p:nvSpPr>
          <p:cNvPr id="91" name="Google Shape;91;p20"/>
          <p:cNvSpPr/>
          <p:nvPr/>
        </p:nvSpPr>
        <p:spPr>
          <a:xfrm>
            <a:off x="0" y="0"/>
            <a:ext cx="9144000" cy="3949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pic>
        <p:nvPicPr>
          <p:cNvPr id="92" name="Google Shape;92;p20"/>
          <p:cNvPicPr preferRelativeResize="0"/>
          <p:nvPr/>
        </p:nvPicPr>
        <p:blipFill rotWithShape="1">
          <a:blip r:embed="rId3">
            <a:alphaModFix/>
          </a:blip>
          <a:srcRect b="426" l="23855" r="7260" t="22121"/>
          <a:stretch/>
        </p:blipFill>
        <p:spPr>
          <a:xfrm>
            <a:off x="7457450" y="3861125"/>
            <a:ext cx="1686548" cy="1282375"/>
          </a:xfrm>
          <a:prstGeom prst="rect">
            <a:avLst/>
          </a:prstGeom>
          <a:noFill/>
          <a:ln>
            <a:noFill/>
          </a:ln>
        </p:spPr>
      </p:pic>
      <p:sp>
        <p:nvSpPr>
          <p:cNvPr id="93" name="Google Shape;93;p20"/>
          <p:cNvSpPr/>
          <p:nvPr/>
        </p:nvSpPr>
        <p:spPr>
          <a:xfrm>
            <a:off x="0" y="1194375"/>
            <a:ext cx="7546500" cy="3949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94" name="Google Shape;94;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95" name="Google Shape;95;p20"/>
          <p:cNvSpPr txBox="1"/>
          <p:nvPr>
            <p:ph type="title"/>
          </p:nvPr>
        </p:nvSpPr>
        <p:spPr>
          <a:xfrm>
            <a:off x="311700" y="534072"/>
            <a:ext cx="8520600" cy="660300"/>
          </a:xfrm>
          <a:prstGeom prst="rect">
            <a:avLst/>
          </a:prstGeom>
        </p:spPr>
        <p:txBody>
          <a:bodyPr anchorCtr="0" anchor="t" bIns="91425" lIns="91425" spcFirstLastPara="1" rIns="91425" wrap="square" tIns="91425">
            <a:normAutofit/>
          </a:bodyPr>
          <a:lstStyle>
            <a:lvl1pPr lvl="0">
              <a:spcBef>
                <a:spcPts val="0"/>
              </a:spcBef>
              <a:spcAft>
                <a:spcPts val="0"/>
              </a:spcAft>
              <a:buClr>
                <a:srgbClr val="12284C"/>
              </a:buClr>
              <a:buSzPts val="3900"/>
              <a:buNone/>
              <a:defRPr sz="3900">
                <a:solidFill>
                  <a:srgbClr val="12284C"/>
                </a:solidFill>
              </a:defRPr>
            </a:lvl1pPr>
            <a:lvl2pPr lvl="1">
              <a:spcBef>
                <a:spcPts val="0"/>
              </a:spcBef>
              <a:spcAft>
                <a:spcPts val="0"/>
              </a:spcAft>
              <a:buClr>
                <a:srgbClr val="12284C"/>
              </a:buClr>
              <a:buSzPts val="3900"/>
              <a:buNone/>
              <a:defRPr sz="3900">
                <a:solidFill>
                  <a:srgbClr val="12284C"/>
                </a:solidFill>
              </a:defRPr>
            </a:lvl2pPr>
            <a:lvl3pPr lvl="2">
              <a:spcBef>
                <a:spcPts val="0"/>
              </a:spcBef>
              <a:spcAft>
                <a:spcPts val="0"/>
              </a:spcAft>
              <a:buClr>
                <a:srgbClr val="12284C"/>
              </a:buClr>
              <a:buSzPts val="3900"/>
              <a:buNone/>
              <a:defRPr sz="3900">
                <a:solidFill>
                  <a:srgbClr val="12284C"/>
                </a:solidFill>
              </a:defRPr>
            </a:lvl3pPr>
            <a:lvl4pPr lvl="3">
              <a:spcBef>
                <a:spcPts val="0"/>
              </a:spcBef>
              <a:spcAft>
                <a:spcPts val="0"/>
              </a:spcAft>
              <a:buClr>
                <a:srgbClr val="12284C"/>
              </a:buClr>
              <a:buSzPts val="3900"/>
              <a:buNone/>
              <a:defRPr sz="3900">
                <a:solidFill>
                  <a:srgbClr val="12284C"/>
                </a:solidFill>
              </a:defRPr>
            </a:lvl4pPr>
            <a:lvl5pPr lvl="4">
              <a:spcBef>
                <a:spcPts val="0"/>
              </a:spcBef>
              <a:spcAft>
                <a:spcPts val="0"/>
              </a:spcAft>
              <a:buClr>
                <a:srgbClr val="12284C"/>
              </a:buClr>
              <a:buSzPts val="3900"/>
              <a:buNone/>
              <a:defRPr sz="3900">
                <a:solidFill>
                  <a:srgbClr val="12284C"/>
                </a:solidFill>
              </a:defRPr>
            </a:lvl5pPr>
            <a:lvl6pPr lvl="5">
              <a:spcBef>
                <a:spcPts val="0"/>
              </a:spcBef>
              <a:spcAft>
                <a:spcPts val="0"/>
              </a:spcAft>
              <a:buClr>
                <a:srgbClr val="12284C"/>
              </a:buClr>
              <a:buSzPts val="3900"/>
              <a:buNone/>
              <a:defRPr sz="3900">
                <a:solidFill>
                  <a:srgbClr val="12284C"/>
                </a:solidFill>
              </a:defRPr>
            </a:lvl6pPr>
            <a:lvl7pPr lvl="6">
              <a:spcBef>
                <a:spcPts val="0"/>
              </a:spcBef>
              <a:spcAft>
                <a:spcPts val="0"/>
              </a:spcAft>
              <a:buClr>
                <a:srgbClr val="12284C"/>
              </a:buClr>
              <a:buSzPts val="3900"/>
              <a:buNone/>
              <a:defRPr sz="3900">
                <a:solidFill>
                  <a:srgbClr val="12284C"/>
                </a:solidFill>
              </a:defRPr>
            </a:lvl7pPr>
            <a:lvl8pPr lvl="7">
              <a:spcBef>
                <a:spcPts val="0"/>
              </a:spcBef>
              <a:spcAft>
                <a:spcPts val="0"/>
              </a:spcAft>
              <a:buClr>
                <a:srgbClr val="12284C"/>
              </a:buClr>
              <a:buSzPts val="3900"/>
              <a:buNone/>
              <a:defRPr sz="3900">
                <a:solidFill>
                  <a:srgbClr val="12284C"/>
                </a:solidFill>
              </a:defRPr>
            </a:lvl8pPr>
            <a:lvl9pPr lvl="8">
              <a:spcBef>
                <a:spcPts val="0"/>
              </a:spcBef>
              <a:spcAft>
                <a:spcPts val="0"/>
              </a:spcAft>
              <a:buClr>
                <a:srgbClr val="12284C"/>
              </a:buClr>
              <a:buSzPts val="3900"/>
              <a:buNone/>
              <a:defRPr sz="3900">
                <a:solidFill>
                  <a:srgbClr val="12284C"/>
                </a:solidFill>
              </a:defRPr>
            </a:lvl9pPr>
          </a:lstStyle>
          <a:p/>
        </p:txBody>
      </p:sp>
      <p:sp>
        <p:nvSpPr>
          <p:cNvPr id="96" name="Google Shape;96;p20"/>
          <p:cNvSpPr txBox="1"/>
          <p:nvPr>
            <p:ph idx="1" type="subTitle"/>
          </p:nvPr>
        </p:nvSpPr>
        <p:spPr>
          <a:xfrm>
            <a:off x="310896" y="1194295"/>
            <a:ext cx="4491900" cy="603600"/>
          </a:xfrm>
          <a:prstGeom prst="rect">
            <a:avLst/>
          </a:prstGeom>
        </p:spPr>
        <p:txBody>
          <a:bodyPr anchorCtr="0" anchor="t" bIns="91425" lIns="91425" spcFirstLastPara="1" rIns="91425" wrap="square" tIns="91425">
            <a:normAutofit/>
          </a:bodyPr>
          <a:lstStyle>
            <a:lvl1pPr lvl="0">
              <a:spcBef>
                <a:spcPts val="0"/>
              </a:spcBef>
              <a:spcAft>
                <a:spcPts val="0"/>
              </a:spcAft>
              <a:buClr>
                <a:srgbClr val="12284C"/>
              </a:buClr>
              <a:buSzPts val="1800"/>
              <a:buNone/>
              <a:defRPr>
                <a:solidFill>
                  <a:srgbClr val="12284C"/>
                </a:solidFill>
              </a:defRPr>
            </a:lvl1pPr>
            <a:lvl2pPr lvl="1">
              <a:spcBef>
                <a:spcPts val="0"/>
              </a:spcBef>
              <a:spcAft>
                <a:spcPts val="0"/>
              </a:spcAft>
              <a:buClr>
                <a:srgbClr val="12284C"/>
              </a:buClr>
              <a:buSzPts val="1400"/>
              <a:buNone/>
              <a:defRPr>
                <a:solidFill>
                  <a:srgbClr val="12284C"/>
                </a:solidFill>
              </a:defRPr>
            </a:lvl2pPr>
            <a:lvl3pPr lvl="2">
              <a:spcBef>
                <a:spcPts val="0"/>
              </a:spcBef>
              <a:spcAft>
                <a:spcPts val="0"/>
              </a:spcAft>
              <a:buClr>
                <a:srgbClr val="12284C"/>
              </a:buClr>
              <a:buSzPts val="1400"/>
              <a:buNone/>
              <a:defRPr>
                <a:solidFill>
                  <a:srgbClr val="12284C"/>
                </a:solidFill>
              </a:defRPr>
            </a:lvl3pPr>
            <a:lvl4pPr lvl="3">
              <a:spcBef>
                <a:spcPts val="0"/>
              </a:spcBef>
              <a:spcAft>
                <a:spcPts val="0"/>
              </a:spcAft>
              <a:buClr>
                <a:srgbClr val="12284C"/>
              </a:buClr>
              <a:buSzPts val="1400"/>
              <a:buNone/>
              <a:defRPr>
                <a:solidFill>
                  <a:srgbClr val="12284C"/>
                </a:solidFill>
              </a:defRPr>
            </a:lvl4pPr>
            <a:lvl5pPr lvl="4">
              <a:spcBef>
                <a:spcPts val="0"/>
              </a:spcBef>
              <a:spcAft>
                <a:spcPts val="0"/>
              </a:spcAft>
              <a:buClr>
                <a:srgbClr val="12284C"/>
              </a:buClr>
              <a:buSzPts val="1400"/>
              <a:buNone/>
              <a:defRPr>
                <a:solidFill>
                  <a:srgbClr val="12284C"/>
                </a:solidFill>
              </a:defRPr>
            </a:lvl5pPr>
            <a:lvl6pPr lvl="5">
              <a:spcBef>
                <a:spcPts val="0"/>
              </a:spcBef>
              <a:spcAft>
                <a:spcPts val="0"/>
              </a:spcAft>
              <a:buClr>
                <a:srgbClr val="12284C"/>
              </a:buClr>
              <a:buSzPts val="1400"/>
              <a:buNone/>
              <a:defRPr>
                <a:solidFill>
                  <a:srgbClr val="12284C"/>
                </a:solidFill>
              </a:defRPr>
            </a:lvl6pPr>
            <a:lvl7pPr lvl="6">
              <a:spcBef>
                <a:spcPts val="0"/>
              </a:spcBef>
              <a:spcAft>
                <a:spcPts val="0"/>
              </a:spcAft>
              <a:buClr>
                <a:srgbClr val="12284C"/>
              </a:buClr>
              <a:buSzPts val="1400"/>
              <a:buNone/>
              <a:defRPr>
                <a:solidFill>
                  <a:srgbClr val="12284C"/>
                </a:solidFill>
              </a:defRPr>
            </a:lvl7pPr>
            <a:lvl8pPr lvl="7">
              <a:spcBef>
                <a:spcPts val="0"/>
              </a:spcBef>
              <a:spcAft>
                <a:spcPts val="0"/>
              </a:spcAft>
              <a:buClr>
                <a:srgbClr val="12284C"/>
              </a:buClr>
              <a:buSzPts val="1400"/>
              <a:buNone/>
              <a:defRPr>
                <a:solidFill>
                  <a:srgbClr val="12284C"/>
                </a:solidFill>
              </a:defRPr>
            </a:lvl8pPr>
            <a:lvl9pPr lvl="8">
              <a:spcBef>
                <a:spcPts val="0"/>
              </a:spcBef>
              <a:spcAft>
                <a:spcPts val="0"/>
              </a:spcAft>
              <a:buClr>
                <a:srgbClr val="12284C"/>
              </a:buClr>
              <a:buSzPts val="1400"/>
              <a:buNone/>
              <a:defRPr>
                <a:solidFill>
                  <a:srgbClr val="12284C"/>
                </a:solidFill>
              </a:defRPr>
            </a:lvl9pPr>
          </a:lstStyle>
          <a:p/>
        </p:txBody>
      </p:sp>
      <p:pic>
        <p:nvPicPr>
          <p:cNvPr id="97" name="Google Shape;97;p20"/>
          <p:cNvPicPr preferRelativeResize="0"/>
          <p:nvPr/>
        </p:nvPicPr>
        <p:blipFill>
          <a:blip r:embed="rId4">
            <a:alphaModFix/>
          </a:blip>
          <a:stretch>
            <a:fillRect/>
          </a:stretch>
        </p:blipFill>
        <p:spPr>
          <a:xfrm>
            <a:off x="8248846" y="4009412"/>
            <a:ext cx="686430" cy="9858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and body - Blue" type="tx">
  <p:cSld name="TITLE_AND_BODY">
    <p:bg>
      <p:bgPr>
        <a:blipFill>
          <a:blip r:embed="rId2">
            <a:alphaModFix/>
          </a:blip>
          <a:stretch>
            <a:fillRect/>
          </a:stretch>
        </a:blipFill>
      </p:bgPr>
    </p:bg>
    <p:spTree>
      <p:nvGrpSpPr>
        <p:cNvPr id="98" name="Shape 98"/>
        <p:cNvGrpSpPr/>
        <p:nvPr/>
      </p:nvGrpSpPr>
      <p:grpSpPr>
        <a:xfrm>
          <a:off x="0" y="0"/>
          <a:ext cx="0" cy="0"/>
          <a:chOff x="0" y="0"/>
          <a:chExt cx="0" cy="0"/>
        </a:xfrm>
      </p:grpSpPr>
      <p:sp>
        <p:nvSpPr>
          <p:cNvPr id="99" name="Google Shape;99;p21"/>
          <p:cNvSpPr/>
          <p:nvPr/>
        </p:nvSpPr>
        <p:spPr>
          <a:xfrm>
            <a:off x="27950" y="-10150"/>
            <a:ext cx="7362900" cy="51537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100" name="Google Shape;100;p21"/>
          <p:cNvSpPr txBox="1"/>
          <p:nvPr>
            <p:ph idx="1" type="body"/>
          </p:nvPr>
        </p:nvSpPr>
        <p:spPr>
          <a:xfrm>
            <a:off x="311700" y="1152475"/>
            <a:ext cx="4261800" cy="34164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
        <p:nvSpPr>
          <p:cNvPr id="101" name="Google Shape;101;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102" name="Google Shape;102;p21"/>
          <p:cNvPicPr preferRelativeResize="0"/>
          <p:nvPr/>
        </p:nvPicPr>
        <p:blipFill rotWithShape="1">
          <a:blip r:embed="rId3">
            <a:alphaModFix/>
          </a:blip>
          <a:srcRect b="0" l="0" r="60427" t="38363"/>
          <a:stretch/>
        </p:blipFill>
        <p:spPr>
          <a:xfrm>
            <a:off x="7622475" y="3906525"/>
            <a:ext cx="1521526" cy="1236975"/>
          </a:xfrm>
          <a:prstGeom prst="rect">
            <a:avLst/>
          </a:prstGeom>
          <a:noFill/>
          <a:ln>
            <a:noFill/>
          </a:ln>
        </p:spPr>
      </p:pic>
      <p:pic>
        <p:nvPicPr>
          <p:cNvPr id="103" name="Google Shape;103;p21"/>
          <p:cNvPicPr preferRelativeResize="0"/>
          <p:nvPr/>
        </p:nvPicPr>
        <p:blipFill>
          <a:blip r:embed="rId4">
            <a:alphaModFix/>
          </a:blip>
          <a:stretch>
            <a:fillRect/>
          </a:stretch>
        </p:blipFill>
        <p:spPr>
          <a:xfrm>
            <a:off x="8252200" y="4079073"/>
            <a:ext cx="655451" cy="917356"/>
          </a:xfrm>
          <a:prstGeom prst="rect">
            <a:avLst/>
          </a:prstGeom>
          <a:noFill/>
          <a:ln>
            <a:noFill/>
          </a:ln>
        </p:spPr>
      </p:pic>
      <p:sp>
        <p:nvSpPr>
          <p:cNvPr id="104" name="Google Shape;104;p21"/>
          <p:cNvSpPr/>
          <p:nvPr>
            <p:ph idx="2" type="pic"/>
          </p:nvPr>
        </p:nvSpPr>
        <p:spPr>
          <a:xfrm>
            <a:off x="5910650" y="445025"/>
            <a:ext cx="2944200" cy="3565800"/>
          </a:xfrm>
          <a:prstGeom prst="roundRect">
            <a:avLst>
              <a:gd fmla="val 2487" name="adj"/>
            </a:avLst>
          </a:prstGeom>
          <a:noFill/>
          <a:ln>
            <a:noFill/>
          </a:ln>
        </p:spPr>
      </p:sp>
      <p:sp>
        <p:nvSpPr>
          <p:cNvPr id="105" name="Google Shape;105;p21"/>
          <p:cNvSpPr txBox="1"/>
          <p:nvPr>
            <p:ph type="title"/>
          </p:nvPr>
        </p:nvSpPr>
        <p:spPr>
          <a:xfrm>
            <a:off x="311700" y="445025"/>
            <a:ext cx="5277300" cy="572700"/>
          </a:xfrm>
          <a:prstGeom prst="rect">
            <a:avLst/>
          </a:prstGeom>
        </p:spPr>
        <p:txBody>
          <a:bodyPr anchorCtr="0" anchor="t" bIns="91425" lIns="91425" spcFirstLastPara="1" rIns="91425" wrap="square" tIns="91425">
            <a:normAutofit/>
          </a:bodyPr>
          <a:lstStyle>
            <a:lvl1pPr lvl="0">
              <a:spcBef>
                <a:spcPts val="0"/>
              </a:spcBef>
              <a:spcAft>
                <a:spcPts val="0"/>
              </a:spcAft>
              <a:buClr>
                <a:srgbClr val="3D85C6"/>
              </a:buClr>
              <a:buSzPts val="2300"/>
              <a:buNone/>
              <a:defRPr sz="2300">
                <a:solidFill>
                  <a:srgbClr val="3D85C6"/>
                </a:solidFill>
              </a:defRPr>
            </a:lvl1pPr>
            <a:lvl2pPr lvl="1">
              <a:spcBef>
                <a:spcPts val="0"/>
              </a:spcBef>
              <a:spcAft>
                <a:spcPts val="0"/>
              </a:spcAft>
              <a:buClr>
                <a:srgbClr val="3D85C6"/>
              </a:buClr>
              <a:buSzPts val="2100"/>
              <a:buNone/>
              <a:defRPr sz="2100">
                <a:solidFill>
                  <a:srgbClr val="3D85C6"/>
                </a:solidFill>
              </a:defRPr>
            </a:lvl2pPr>
            <a:lvl3pPr lvl="2">
              <a:spcBef>
                <a:spcPts val="0"/>
              </a:spcBef>
              <a:spcAft>
                <a:spcPts val="0"/>
              </a:spcAft>
              <a:buClr>
                <a:srgbClr val="3D85C6"/>
              </a:buClr>
              <a:buSzPts val="2100"/>
              <a:buNone/>
              <a:defRPr sz="2100">
                <a:solidFill>
                  <a:srgbClr val="3D85C6"/>
                </a:solidFill>
              </a:defRPr>
            </a:lvl3pPr>
            <a:lvl4pPr lvl="3">
              <a:spcBef>
                <a:spcPts val="0"/>
              </a:spcBef>
              <a:spcAft>
                <a:spcPts val="0"/>
              </a:spcAft>
              <a:buClr>
                <a:srgbClr val="3D85C6"/>
              </a:buClr>
              <a:buSzPts val="2100"/>
              <a:buNone/>
              <a:defRPr sz="2100">
                <a:solidFill>
                  <a:srgbClr val="3D85C6"/>
                </a:solidFill>
              </a:defRPr>
            </a:lvl4pPr>
            <a:lvl5pPr lvl="4">
              <a:spcBef>
                <a:spcPts val="0"/>
              </a:spcBef>
              <a:spcAft>
                <a:spcPts val="0"/>
              </a:spcAft>
              <a:buClr>
                <a:srgbClr val="3D85C6"/>
              </a:buClr>
              <a:buSzPts val="2100"/>
              <a:buNone/>
              <a:defRPr sz="2100">
                <a:solidFill>
                  <a:srgbClr val="3D85C6"/>
                </a:solidFill>
              </a:defRPr>
            </a:lvl5pPr>
            <a:lvl6pPr lvl="5">
              <a:spcBef>
                <a:spcPts val="0"/>
              </a:spcBef>
              <a:spcAft>
                <a:spcPts val="0"/>
              </a:spcAft>
              <a:buClr>
                <a:srgbClr val="3D85C6"/>
              </a:buClr>
              <a:buSzPts val="2100"/>
              <a:buNone/>
              <a:defRPr sz="2100">
                <a:solidFill>
                  <a:srgbClr val="3D85C6"/>
                </a:solidFill>
              </a:defRPr>
            </a:lvl6pPr>
            <a:lvl7pPr lvl="6">
              <a:spcBef>
                <a:spcPts val="0"/>
              </a:spcBef>
              <a:spcAft>
                <a:spcPts val="0"/>
              </a:spcAft>
              <a:buClr>
                <a:srgbClr val="3D85C6"/>
              </a:buClr>
              <a:buSzPts val="2100"/>
              <a:buNone/>
              <a:defRPr sz="2100">
                <a:solidFill>
                  <a:srgbClr val="3D85C6"/>
                </a:solidFill>
              </a:defRPr>
            </a:lvl7pPr>
            <a:lvl8pPr lvl="7">
              <a:spcBef>
                <a:spcPts val="0"/>
              </a:spcBef>
              <a:spcAft>
                <a:spcPts val="0"/>
              </a:spcAft>
              <a:buClr>
                <a:srgbClr val="3D85C6"/>
              </a:buClr>
              <a:buSzPts val="2100"/>
              <a:buNone/>
              <a:defRPr sz="2100">
                <a:solidFill>
                  <a:srgbClr val="3D85C6"/>
                </a:solidFill>
              </a:defRPr>
            </a:lvl8pPr>
            <a:lvl9pPr lvl="8">
              <a:spcBef>
                <a:spcPts val="0"/>
              </a:spcBef>
              <a:spcAft>
                <a:spcPts val="0"/>
              </a:spcAft>
              <a:buClr>
                <a:srgbClr val="3D85C6"/>
              </a:buClr>
              <a:buSzPts val="2100"/>
              <a:buNone/>
              <a:defRPr sz="2100">
                <a:solidFill>
                  <a:srgbClr val="3D85C6"/>
                </a:solidFill>
              </a:defRPr>
            </a:lvl9pPr>
          </a:lstStyle>
          <a:p/>
        </p:txBody>
      </p:sp>
      <p:sp>
        <p:nvSpPr>
          <p:cNvPr id="106" name="Google Shape;106;p21"/>
          <p:cNvSpPr txBox="1"/>
          <p:nvPr>
            <p:ph idx="3" type="body"/>
          </p:nvPr>
        </p:nvSpPr>
        <p:spPr>
          <a:xfrm>
            <a:off x="311700" y="1152475"/>
            <a:ext cx="5277300" cy="34164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and body - Green">
  <p:cSld name="TITLE_AND_BODY_1">
    <p:bg>
      <p:bgPr>
        <a:blipFill>
          <a:blip r:embed="rId2">
            <a:alphaModFix/>
          </a:blip>
          <a:stretch>
            <a:fillRect/>
          </a:stretch>
        </a:blipFill>
      </p:bgPr>
    </p:bg>
    <p:spTree>
      <p:nvGrpSpPr>
        <p:cNvPr id="107" name="Shape 107"/>
        <p:cNvGrpSpPr/>
        <p:nvPr/>
      </p:nvGrpSpPr>
      <p:grpSpPr>
        <a:xfrm>
          <a:off x="0" y="0"/>
          <a:ext cx="0" cy="0"/>
          <a:chOff x="0" y="0"/>
          <a:chExt cx="0" cy="0"/>
        </a:xfrm>
      </p:grpSpPr>
      <p:sp>
        <p:nvSpPr>
          <p:cNvPr id="108" name="Google Shape;108;p22"/>
          <p:cNvSpPr/>
          <p:nvPr/>
        </p:nvSpPr>
        <p:spPr>
          <a:xfrm>
            <a:off x="27950" y="-10150"/>
            <a:ext cx="7362900" cy="51537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109" name="Google Shape;109;p22"/>
          <p:cNvSpPr txBox="1"/>
          <p:nvPr>
            <p:ph type="title"/>
          </p:nvPr>
        </p:nvSpPr>
        <p:spPr>
          <a:xfrm>
            <a:off x="311700" y="445025"/>
            <a:ext cx="5277300" cy="572700"/>
          </a:xfrm>
          <a:prstGeom prst="rect">
            <a:avLst/>
          </a:prstGeom>
        </p:spPr>
        <p:txBody>
          <a:bodyPr anchorCtr="0" anchor="t" bIns="91425" lIns="91425" spcFirstLastPara="1" rIns="91425" wrap="square" tIns="91425">
            <a:normAutofit/>
          </a:bodyPr>
          <a:lstStyle>
            <a:lvl1pPr lvl="0">
              <a:spcBef>
                <a:spcPts val="0"/>
              </a:spcBef>
              <a:spcAft>
                <a:spcPts val="0"/>
              </a:spcAft>
              <a:buClr>
                <a:srgbClr val="6AA84F"/>
              </a:buClr>
              <a:buSzPts val="2300"/>
              <a:buNone/>
              <a:defRPr sz="2300">
                <a:solidFill>
                  <a:srgbClr val="6AA84F"/>
                </a:solidFill>
              </a:defRPr>
            </a:lvl1pPr>
            <a:lvl2pPr lvl="1">
              <a:spcBef>
                <a:spcPts val="0"/>
              </a:spcBef>
              <a:spcAft>
                <a:spcPts val="0"/>
              </a:spcAft>
              <a:buClr>
                <a:srgbClr val="6AA84F"/>
              </a:buClr>
              <a:buSzPts val="1800"/>
              <a:buNone/>
              <a:defRPr sz="1800">
                <a:solidFill>
                  <a:srgbClr val="6AA84F"/>
                </a:solidFill>
              </a:defRPr>
            </a:lvl2pPr>
            <a:lvl3pPr lvl="2">
              <a:spcBef>
                <a:spcPts val="0"/>
              </a:spcBef>
              <a:spcAft>
                <a:spcPts val="0"/>
              </a:spcAft>
              <a:buClr>
                <a:srgbClr val="6AA84F"/>
              </a:buClr>
              <a:buSzPts val="1800"/>
              <a:buNone/>
              <a:defRPr sz="1800">
                <a:solidFill>
                  <a:srgbClr val="6AA84F"/>
                </a:solidFill>
              </a:defRPr>
            </a:lvl3pPr>
            <a:lvl4pPr lvl="3">
              <a:spcBef>
                <a:spcPts val="0"/>
              </a:spcBef>
              <a:spcAft>
                <a:spcPts val="0"/>
              </a:spcAft>
              <a:buClr>
                <a:srgbClr val="6AA84F"/>
              </a:buClr>
              <a:buSzPts val="1800"/>
              <a:buNone/>
              <a:defRPr sz="1800">
                <a:solidFill>
                  <a:srgbClr val="6AA84F"/>
                </a:solidFill>
              </a:defRPr>
            </a:lvl4pPr>
            <a:lvl5pPr lvl="4">
              <a:spcBef>
                <a:spcPts val="0"/>
              </a:spcBef>
              <a:spcAft>
                <a:spcPts val="0"/>
              </a:spcAft>
              <a:buClr>
                <a:srgbClr val="6AA84F"/>
              </a:buClr>
              <a:buSzPts val="1800"/>
              <a:buNone/>
              <a:defRPr sz="1800">
                <a:solidFill>
                  <a:srgbClr val="6AA84F"/>
                </a:solidFill>
              </a:defRPr>
            </a:lvl5pPr>
            <a:lvl6pPr lvl="5">
              <a:spcBef>
                <a:spcPts val="0"/>
              </a:spcBef>
              <a:spcAft>
                <a:spcPts val="0"/>
              </a:spcAft>
              <a:buClr>
                <a:srgbClr val="6AA84F"/>
              </a:buClr>
              <a:buSzPts val="1800"/>
              <a:buNone/>
              <a:defRPr sz="1800">
                <a:solidFill>
                  <a:srgbClr val="6AA84F"/>
                </a:solidFill>
              </a:defRPr>
            </a:lvl6pPr>
            <a:lvl7pPr lvl="6">
              <a:spcBef>
                <a:spcPts val="0"/>
              </a:spcBef>
              <a:spcAft>
                <a:spcPts val="0"/>
              </a:spcAft>
              <a:buClr>
                <a:srgbClr val="6AA84F"/>
              </a:buClr>
              <a:buSzPts val="1800"/>
              <a:buNone/>
              <a:defRPr sz="1800">
                <a:solidFill>
                  <a:srgbClr val="6AA84F"/>
                </a:solidFill>
              </a:defRPr>
            </a:lvl7pPr>
            <a:lvl8pPr lvl="7">
              <a:spcBef>
                <a:spcPts val="0"/>
              </a:spcBef>
              <a:spcAft>
                <a:spcPts val="0"/>
              </a:spcAft>
              <a:buClr>
                <a:srgbClr val="6AA84F"/>
              </a:buClr>
              <a:buSzPts val="1800"/>
              <a:buNone/>
              <a:defRPr sz="1800">
                <a:solidFill>
                  <a:srgbClr val="6AA84F"/>
                </a:solidFill>
              </a:defRPr>
            </a:lvl8pPr>
            <a:lvl9pPr lvl="8">
              <a:spcBef>
                <a:spcPts val="0"/>
              </a:spcBef>
              <a:spcAft>
                <a:spcPts val="0"/>
              </a:spcAft>
              <a:buClr>
                <a:srgbClr val="6AA84F"/>
              </a:buClr>
              <a:buSzPts val="1800"/>
              <a:buNone/>
              <a:defRPr sz="1800">
                <a:solidFill>
                  <a:srgbClr val="6AA84F"/>
                </a:solidFill>
              </a:defRPr>
            </a:lvl9pPr>
          </a:lstStyle>
          <a:p/>
        </p:txBody>
      </p:sp>
      <p:sp>
        <p:nvSpPr>
          <p:cNvPr id="110" name="Google Shape;110;p22"/>
          <p:cNvSpPr txBox="1"/>
          <p:nvPr>
            <p:ph idx="1" type="body"/>
          </p:nvPr>
        </p:nvSpPr>
        <p:spPr>
          <a:xfrm>
            <a:off x="311700" y="1152475"/>
            <a:ext cx="4261800" cy="34164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
        <p:nvSpPr>
          <p:cNvPr id="111" name="Google Shape;111;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112" name="Google Shape;112;p22"/>
          <p:cNvPicPr preferRelativeResize="0"/>
          <p:nvPr/>
        </p:nvPicPr>
        <p:blipFill rotWithShape="1">
          <a:blip r:embed="rId3">
            <a:alphaModFix/>
          </a:blip>
          <a:srcRect b="0" l="0" r="60427" t="38363"/>
          <a:stretch/>
        </p:blipFill>
        <p:spPr>
          <a:xfrm>
            <a:off x="7622475" y="3906525"/>
            <a:ext cx="1521526" cy="1236975"/>
          </a:xfrm>
          <a:prstGeom prst="rect">
            <a:avLst/>
          </a:prstGeom>
          <a:noFill/>
          <a:ln>
            <a:noFill/>
          </a:ln>
        </p:spPr>
      </p:pic>
      <p:pic>
        <p:nvPicPr>
          <p:cNvPr id="113" name="Google Shape;113;p22"/>
          <p:cNvPicPr preferRelativeResize="0"/>
          <p:nvPr/>
        </p:nvPicPr>
        <p:blipFill>
          <a:blip r:embed="rId4">
            <a:alphaModFix/>
          </a:blip>
          <a:stretch>
            <a:fillRect/>
          </a:stretch>
        </p:blipFill>
        <p:spPr>
          <a:xfrm>
            <a:off x="8252200" y="4079073"/>
            <a:ext cx="655451" cy="917356"/>
          </a:xfrm>
          <a:prstGeom prst="rect">
            <a:avLst/>
          </a:prstGeom>
          <a:noFill/>
          <a:ln>
            <a:noFill/>
          </a:ln>
        </p:spPr>
      </p:pic>
      <p:sp>
        <p:nvSpPr>
          <p:cNvPr id="114" name="Google Shape;114;p22"/>
          <p:cNvSpPr/>
          <p:nvPr>
            <p:ph idx="2" type="pic"/>
          </p:nvPr>
        </p:nvSpPr>
        <p:spPr>
          <a:xfrm>
            <a:off x="5910650" y="445025"/>
            <a:ext cx="2944200" cy="3565800"/>
          </a:xfrm>
          <a:prstGeom prst="roundRect">
            <a:avLst>
              <a:gd fmla="val 2487" name="adj"/>
            </a:avLst>
          </a:prstGeom>
          <a:noFill/>
          <a:ln>
            <a:noFill/>
          </a:ln>
        </p:spPr>
      </p:sp>
      <p:sp>
        <p:nvSpPr>
          <p:cNvPr id="115" name="Google Shape;115;p22"/>
          <p:cNvSpPr txBox="1"/>
          <p:nvPr>
            <p:ph idx="3" type="body"/>
          </p:nvPr>
        </p:nvSpPr>
        <p:spPr>
          <a:xfrm>
            <a:off x="311700" y="1152475"/>
            <a:ext cx="5277300" cy="34164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and body - Red">
  <p:cSld name="TITLE_AND_BODY_1_1">
    <p:bg>
      <p:bgPr>
        <a:blipFill>
          <a:blip r:embed="rId2">
            <a:alphaModFix/>
          </a:blip>
          <a:stretch>
            <a:fillRect/>
          </a:stretch>
        </a:blipFill>
      </p:bgPr>
    </p:bg>
    <p:spTree>
      <p:nvGrpSpPr>
        <p:cNvPr id="116" name="Shape 116"/>
        <p:cNvGrpSpPr/>
        <p:nvPr/>
      </p:nvGrpSpPr>
      <p:grpSpPr>
        <a:xfrm>
          <a:off x="0" y="0"/>
          <a:ext cx="0" cy="0"/>
          <a:chOff x="0" y="0"/>
          <a:chExt cx="0" cy="0"/>
        </a:xfrm>
      </p:grpSpPr>
      <p:sp>
        <p:nvSpPr>
          <p:cNvPr id="117" name="Google Shape;117;p23"/>
          <p:cNvSpPr txBox="1"/>
          <p:nvPr>
            <p:ph idx="1" type="body"/>
          </p:nvPr>
        </p:nvSpPr>
        <p:spPr>
          <a:xfrm>
            <a:off x="311700" y="1152475"/>
            <a:ext cx="4261800" cy="34164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
        <p:nvSpPr>
          <p:cNvPr id="118" name="Google Shape;118;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119" name="Google Shape;119;p23"/>
          <p:cNvPicPr preferRelativeResize="0"/>
          <p:nvPr/>
        </p:nvPicPr>
        <p:blipFill rotWithShape="1">
          <a:blip r:embed="rId3">
            <a:alphaModFix/>
          </a:blip>
          <a:srcRect b="0" l="0" r="60427" t="38363"/>
          <a:stretch/>
        </p:blipFill>
        <p:spPr>
          <a:xfrm>
            <a:off x="7622475" y="3906525"/>
            <a:ext cx="1521526" cy="1236975"/>
          </a:xfrm>
          <a:prstGeom prst="rect">
            <a:avLst/>
          </a:prstGeom>
          <a:noFill/>
          <a:ln>
            <a:noFill/>
          </a:ln>
        </p:spPr>
      </p:pic>
      <p:pic>
        <p:nvPicPr>
          <p:cNvPr id="120" name="Google Shape;120;p23"/>
          <p:cNvPicPr preferRelativeResize="0"/>
          <p:nvPr/>
        </p:nvPicPr>
        <p:blipFill>
          <a:blip r:embed="rId4">
            <a:alphaModFix/>
          </a:blip>
          <a:stretch>
            <a:fillRect/>
          </a:stretch>
        </p:blipFill>
        <p:spPr>
          <a:xfrm>
            <a:off x="8252200" y="4079073"/>
            <a:ext cx="655451" cy="917356"/>
          </a:xfrm>
          <a:prstGeom prst="rect">
            <a:avLst/>
          </a:prstGeom>
          <a:noFill/>
          <a:ln>
            <a:noFill/>
          </a:ln>
        </p:spPr>
      </p:pic>
      <p:sp>
        <p:nvSpPr>
          <p:cNvPr id="121" name="Google Shape;121;p23"/>
          <p:cNvSpPr/>
          <p:nvPr/>
        </p:nvSpPr>
        <p:spPr>
          <a:xfrm>
            <a:off x="27950" y="-10150"/>
            <a:ext cx="7362900" cy="51537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122" name="Google Shape;122;p23"/>
          <p:cNvSpPr/>
          <p:nvPr>
            <p:ph idx="2" type="pic"/>
          </p:nvPr>
        </p:nvSpPr>
        <p:spPr>
          <a:xfrm>
            <a:off x="5910650" y="445025"/>
            <a:ext cx="2944200" cy="3565800"/>
          </a:xfrm>
          <a:prstGeom prst="roundRect">
            <a:avLst>
              <a:gd fmla="val 2487" name="adj"/>
            </a:avLst>
          </a:prstGeom>
          <a:noFill/>
          <a:ln>
            <a:noFill/>
          </a:ln>
        </p:spPr>
      </p:sp>
      <p:sp>
        <p:nvSpPr>
          <p:cNvPr id="123" name="Google Shape;123;p23"/>
          <p:cNvSpPr txBox="1"/>
          <p:nvPr>
            <p:ph idx="3" type="body"/>
          </p:nvPr>
        </p:nvSpPr>
        <p:spPr>
          <a:xfrm>
            <a:off x="311700" y="1152475"/>
            <a:ext cx="5277300" cy="34164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
        <p:nvSpPr>
          <p:cNvPr id="124" name="Google Shape;124;p23"/>
          <p:cNvSpPr txBox="1"/>
          <p:nvPr>
            <p:ph type="title"/>
          </p:nvPr>
        </p:nvSpPr>
        <p:spPr>
          <a:xfrm>
            <a:off x="311700" y="445025"/>
            <a:ext cx="5277300" cy="572700"/>
          </a:xfrm>
          <a:prstGeom prst="rect">
            <a:avLst/>
          </a:prstGeom>
        </p:spPr>
        <p:txBody>
          <a:bodyPr anchorCtr="0" anchor="t" bIns="91425" lIns="91425" spcFirstLastPara="1" rIns="91425" wrap="square" tIns="91425">
            <a:normAutofit/>
          </a:bodyPr>
          <a:lstStyle>
            <a:lvl1pPr lvl="0">
              <a:spcBef>
                <a:spcPts val="0"/>
              </a:spcBef>
              <a:spcAft>
                <a:spcPts val="0"/>
              </a:spcAft>
              <a:buClr>
                <a:srgbClr val="E84040"/>
              </a:buClr>
              <a:buSzPts val="2300"/>
              <a:buNone/>
              <a:defRPr sz="2300">
                <a:solidFill>
                  <a:srgbClr val="E84040"/>
                </a:solidFill>
              </a:defRPr>
            </a:lvl1pPr>
            <a:lvl2pPr lvl="1">
              <a:spcBef>
                <a:spcPts val="0"/>
              </a:spcBef>
              <a:spcAft>
                <a:spcPts val="0"/>
              </a:spcAft>
              <a:buClr>
                <a:srgbClr val="E84040"/>
              </a:buClr>
              <a:buSzPts val="1800"/>
              <a:buNone/>
              <a:defRPr sz="1800">
                <a:solidFill>
                  <a:srgbClr val="E84040"/>
                </a:solidFill>
              </a:defRPr>
            </a:lvl2pPr>
            <a:lvl3pPr lvl="2">
              <a:spcBef>
                <a:spcPts val="0"/>
              </a:spcBef>
              <a:spcAft>
                <a:spcPts val="0"/>
              </a:spcAft>
              <a:buClr>
                <a:srgbClr val="E84040"/>
              </a:buClr>
              <a:buSzPts val="1800"/>
              <a:buNone/>
              <a:defRPr sz="1800">
                <a:solidFill>
                  <a:srgbClr val="E84040"/>
                </a:solidFill>
              </a:defRPr>
            </a:lvl3pPr>
            <a:lvl4pPr lvl="3">
              <a:spcBef>
                <a:spcPts val="0"/>
              </a:spcBef>
              <a:spcAft>
                <a:spcPts val="0"/>
              </a:spcAft>
              <a:buClr>
                <a:srgbClr val="E84040"/>
              </a:buClr>
              <a:buSzPts val="1800"/>
              <a:buNone/>
              <a:defRPr sz="1800">
                <a:solidFill>
                  <a:srgbClr val="E84040"/>
                </a:solidFill>
              </a:defRPr>
            </a:lvl4pPr>
            <a:lvl5pPr lvl="4">
              <a:spcBef>
                <a:spcPts val="0"/>
              </a:spcBef>
              <a:spcAft>
                <a:spcPts val="0"/>
              </a:spcAft>
              <a:buClr>
                <a:srgbClr val="E84040"/>
              </a:buClr>
              <a:buSzPts val="1800"/>
              <a:buNone/>
              <a:defRPr sz="1800">
                <a:solidFill>
                  <a:srgbClr val="E84040"/>
                </a:solidFill>
              </a:defRPr>
            </a:lvl5pPr>
            <a:lvl6pPr lvl="5">
              <a:spcBef>
                <a:spcPts val="0"/>
              </a:spcBef>
              <a:spcAft>
                <a:spcPts val="0"/>
              </a:spcAft>
              <a:buClr>
                <a:srgbClr val="E84040"/>
              </a:buClr>
              <a:buSzPts val="1800"/>
              <a:buNone/>
              <a:defRPr sz="1800">
                <a:solidFill>
                  <a:srgbClr val="E84040"/>
                </a:solidFill>
              </a:defRPr>
            </a:lvl6pPr>
            <a:lvl7pPr lvl="6">
              <a:spcBef>
                <a:spcPts val="0"/>
              </a:spcBef>
              <a:spcAft>
                <a:spcPts val="0"/>
              </a:spcAft>
              <a:buClr>
                <a:srgbClr val="E84040"/>
              </a:buClr>
              <a:buSzPts val="1800"/>
              <a:buNone/>
              <a:defRPr sz="1800">
                <a:solidFill>
                  <a:srgbClr val="E84040"/>
                </a:solidFill>
              </a:defRPr>
            </a:lvl7pPr>
            <a:lvl8pPr lvl="7">
              <a:spcBef>
                <a:spcPts val="0"/>
              </a:spcBef>
              <a:spcAft>
                <a:spcPts val="0"/>
              </a:spcAft>
              <a:buClr>
                <a:srgbClr val="E84040"/>
              </a:buClr>
              <a:buSzPts val="1800"/>
              <a:buNone/>
              <a:defRPr sz="1800">
                <a:solidFill>
                  <a:srgbClr val="E84040"/>
                </a:solidFill>
              </a:defRPr>
            </a:lvl8pPr>
            <a:lvl9pPr lvl="8">
              <a:spcBef>
                <a:spcPts val="0"/>
              </a:spcBef>
              <a:spcAft>
                <a:spcPts val="0"/>
              </a:spcAft>
              <a:buClr>
                <a:srgbClr val="E84040"/>
              </a:buClr>
              <a:buSzPts val="1800"/>
              <a:buNone/>
              <a:defRPr sz="1800">
                <a:solidFill>
                  <a:srgbClr val="E84040"/>
                </a:solidFill>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body - 2 Column (Better)">
  <p:cSld name="TITLE_AND_BODY_1_1_1">
    <p:bg>
      <p:bgPr>
        <a:blipFill>
          <a:blip r:embed="rId2">
            <a:alphaModFix/>
          </a:blip>
          <a:stretch>
            <a:fillRect/>
          </a:stretch>
        </a:blipFill>
      </p:bgPr>
    </p:bg>
    <p:spTree>
      <p:nvGrpSpPr>
        <p:cNvPr id="125" name="Shape 125"/>
        <p:cNvGrpSpPr/>
        <p:nvPr/>
      </p:nvGrpSpPr>
      <p:grpSpPr>
        <a:xfrm>
          <a:off x="0" y="0"/>
          <a:ext cx="0" cy="0"/>
          <a:chOff x="0" y="0"/>
          <a:chExt cx="0" cy="0"/>
        </a:xfrm>
      </p:grpSpPr>
      <p:sp>
        <p:nvSpPr>
          <p:cNvPr id="126" name="Google Shape;126;p24"/>
          <p:cNvSpPr/>
          <p:nvPr/>
        </p:nvSpPr>
        <p:spPr>
          <a:xfrm>
            <a:off x="0" y="0"/>
            <a:ext cx="9144000" cy="49920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127" name="Google Shape;127;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28" name="Google Shape;128;p24"/>
          <p:cNvSpPr txBox="1"/>
          <p:nvPr>
            <p:ph idx="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129" name="Google Shape;129;p24"/>
          <p:cNvPicPr preferRelativeResize="0"/>
          <p:nvPr/>
        </p:nvPicPr>
        <p:blipFill>
          <a:blip r:embed="rId3">
            <a:alphaModFix/>
          </a:blip>
          <a:stretch>
            <a:fillRect/>
          </a:stretch>
        </p:blipFill>
        <p:spPr>
          <a:xfrm>
            <a:off x="350563" y="296750"/>
            <a:ext cx="548700" cy="767945"/>
          </a:xfrm>
          <a:prstGeom prst="rect">
            <a:avLst/>
          </a:prstGeom>
          <a:noFill/>
          <a:ln>
            <a:noFill/>
          </a:ln>
        </p:spPr>
      </p:pic>
      <p:sp>
        <p:nvSpPr>
          <p:cNvPr id="130" name="Google Shape;130;p24"/>
          <p:cNvSpPr txBox="1"/>
          <p:nvPr>
            <p:ph type="title"/>
          </p:nvPr>
        </p:nvSpPr>
        <p:spPr>
          <a:xfrm>
            <a:off x="1139850" y="492000"/>
            <a:ext cx="69288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000"/>
              <a:buNone/>
              <a:defRPr sz="2000"/>
            </a:lvl1pPr>
            <a:lvl2pPr lvl="1">
              <a:spcBef>
                <a:spcPts val="0"/>
              </a:spcBef>
              <a:spcAft>
                <a:spcPts val="0"/>
              </a:spcAft>
              <a:buClr>
                <a:srgbClr val="12284C"/>
              </a:buClr>
              <a:buSzPts val="1800"/>
              <a:buNone/>
              <a:defRPr sz="1800">
                <a:solidFill>
                  <a:srgbClr val="12284C"/>
                </a:solidFill>
              </a:defRPr>
            </a:lvl2pPr>
            <a:lvl3pPr lvl="2">
              <a:spcBef>
                <a:spcPts val="0"/>
              </a:spcBef>
              <a:spcAft>
                <a:spcPts val="0"/>
              </a:spcAft>
              <a:buClr>
                <a:srgbClr val="12284C"/>
              </a:buClr>
              <a:buSzPts val="1800"/>
              <a:buNone/>
              <a:defRPr sz="1800">
                <a:solidFill>
                  <a:srgbClr val="12284C"/>
                </a:solidFill>
              </a:defRPr>
            </a:lvl3pPr>
            <a:lvl4pPr lvl="3">
              <a:spcBef>
                <a:spcPts val="0"/>
              </a:spcBef>
              <a:spcAft>
                <a:spcPts val="0"/>
              </a:spcAft>
              <a:buClr>
                <a:srgbClr val="12284C"/>
              </a:buClr>
              <a:buSzPts val="1800"/>
              <a:buNone/>
              <a:defRPr sz="1800">
                <a:solidFill>
                  <a:srgbClr val="12284C"/>
                </a:solidFill>
              </a:defRPr>
            </a:lvl4pPr>
            <a:lvl5pPr lvl="4">
              <a:spcBef>
                <a:spcPts val="0"/>
              </a:spcBef>
              <a:spcAft>
                <a:spcPts val="0"/>
              </a:spcAft>
              <a:buClr>
                <a:srgbClr val="12284C"/>
              </a:buClr>
              <a:buSzPts val="1800"/>
              <a:buNone/>
              <a:defRPr sz="1800">
                <a:solidFill>
                  <a:srgbClr val="12284C"/>
                </a:solidFill>
              </a:defRPr>
            </a:lvl5pPr>
            <a:lvl6pPr lvl="5">
              <a:spcBef>
                <a:spcPts val="0"/>
              </a:spcBef>
              <a:spcAft>
                <a:spcPts val="0"/>
              </a:spcAft>
              <a:buClr>
                <a:srgbClr val="12284C"/>
              </a:buClr>
              <a:buSzPts val="1800"/>
              <a:buNone/>
              <a:defRPr sz="1800">
                <a:solidFill>
                  <a:srgbClr val="12284C"/>
                </a:solidFill>
              </a:defRPr>
            </a:lvl6pPr>
            <a:lvl7pPr lvl="6">
              <a:spcBef>
                <a:spcPts val="0"/>
              </a:spcBef>
              <a:spcAft>
                <a:spcPts val="0"/>
              </a:spcAft>
              <a:buClr>
                <a:srgbClr val="12284C"/>
              </a:buClr>
              <a:buSzPts val="1800"/>
              <a:buNone/>
              <a:defRPr sz="1800">
                <a:solidFill>
                  <a:srgbClr val="12284C"/>
                </a:solidFill>
              </a:defRPr>
            </a:lvl7pPr>
            <a:lvl8pPr lvl="7">
              <a:spcBef>
                <a:spcPts val="0"/>
              </a:spcBef>
              <a:spcAft>
                <a:spcPts val="0"/>
              </a:spcAft>
              <a:buClr>
                <a:srgbClr val="12284C"/>
              </a:buClr>
              <a:buSzPts val="1800"/>
              <a:buNone/>
              <a:defRPr sz="1800">
                <a:solidFill>
                  <a:srgbClr val="12284C"/>
                </a:solidFill>
              </a:defRPr>
            </a:lvl8pPr>
            <a:lvl9pPr lvl="8">
              <a:spcBef>
                <a:spcPts val="0"/>
              </a:spcBef>
              <a:spcAft>
                <a:spcPts val="0"/>
              </a:spcAft>
              <a:buClr>
                <a:srgbClr val="12284C"/>
              </a:buClr>
              <a:buSzPts val="1800"/>
              <a:buNone/>
              <a:defRPr sz="1800">
                <a:solidFill>
                  <a:srgbClr val="12284C"/>
                </a:solidFill>
              </a:defRPr>
            </a:lvl9pPr>
          </a:lstStyle>
          <a:p/>
        </p:txBody>
      </p:sp>
      <p:sp>
        <p:nvSpPr>
          <p:cNvPr id="131" name="Google Shape;131;p24"/>
          <p:cNvSpPr txBox="1"/>
          <p:nvPr>
            <p:ph idx="1" type="body"/>
          </p:nvPr>
        </p:nvSpPr>
        <p:spPr>
          <a:xfrm>
            <a:off x="1139850" y="1064700"/>
            <a:ext cx="3633300" cy="30732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
        <p:nvSpPr>
          <p:cNvPr id="132" name="Google Shape;132;p24"/>
          <p:cNvSpPr txBox="1"/>
          <p:nvPr>
            <p:ph idx="3" type="body"/>
          </p:nvPr>
        </p:nvSpPr>
        <p:spPr>
          <a:xfrm>
            <a:off x="5100693" y="1064700"/>
            <a:ext cx="3633300" cy="30732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body - 2 Column (Faster)">
  <p:cSld name="TITLE_AND_BODY_1_1_1_1">
    <p:bg>
      <p:bgPr>
        <a:blipFill>
          <a:blip r:embed="rId2">
            <a:alphaModFix/>
          </a:blip>
          <a:stretch>
            <a:fillRect/>
          </a:stretch>
        </a:blipFill>
      </p:bgPr>
    </p:bg>
    <p:spTree>
      <p:nvGrpSpPr>
        <p:cNvPr id="133" name="Shape 133"/>
        <p:cNvGrpSpPr/>
        <p:nvPr/>
      </p:nvGrpSpPr>
      <p:grpSpPr>
        <a:xfrm>
          <a:off x="0" y="0"/>
          <a:ext cx="0" cy="0"/>
          <a:chOff x="0" y="0"/>
          <a:chExt cx="0" cy="0"/>
        </a:xfrm>
      </p:grpSpPr>
      <p:sp>
        <p:nvSpPr>
          <p:cNvPr id="134" name="Google Shape;134;p2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35" name="Google Shape;135;p25"/>
          <p:cNvSpPr txBox="1"/>
          <p:nvPr>
            <p:ph idx="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36" name="Google Shape;136;p25"/>
          <p:cNvSpPr txBox="1"/>
          <p:nvPr>
            <p:ph idx="3"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37" name="Google Shape;137;p25"/>
          <p:cNvSpPr/>
          <p:nvPr/>
        </p:nvSpPr>
        <p:spPr>
          <a:xfrm>
            <a:off x="0" y="0"/>
            <a:ext cx="9144000" cy="49920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pic>
        <p:nvPicPr>
          <p:cNvPr id="138" name="Google Shape;138;p25"/>
          <p:cNvPicPr preferRelativeResize="0"/>
          <p:nvPr/>
        </p:nvPicPr>
        <p:blipFill>
          <a:blip r:embed="rId3">
            <a:alphaModFix/>
          </a:blip>
          <a:stretch>
            <a:fillRect/>
          </a:stretch>
        </p:blipFill>
        <p:spPr>
          <a:xfrm>
            <a:off x="350563" y="296750"/>
            <a:ext cx="548700" cy="767945"/>
          </a:xfrm>
          <a:prstGeom prst="rect">
            <a:avLst/>
          </a:prstGeom>
          <a:noFill/>
          <a:ln>
            <a:noFill/>
          </a:ln>
        </p:spPr>
      </p:pic>
      <p:sp>
        <p:nvSpPr>
          <p:cNvPr id="139" name="Google Shape;139;p25"/>
          <p:cNvSpPr txBox="1"/>
          <p:nvPr>
            <p:ph type="title"/>
          </p:nvPr>
        </p:nvSpPr>
        <p:spPr>
          <a:xfrm>
            <a:off x="1139850" y="492000"/>
            <a:ext cx="69288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000"/>
              <a:buNone/>
              <a:defRPr sz="2000"/>
            </a:lvl1pPr>
            <a:lvl2pPr lvl="1">
              <a:spcBef>
                <a:spcPts val="0"/>
              </a:spcBef>
              <a:spcAft>
                <a:spcPts val="0"/>
              </a:spcAft>
              <a:buClr>
                <a:srgbClr val="12284C"/>
              </a:buClr>
              <a:buSzPts val="1800"/>
              <a:buNone/>
              <a:defRPr sz="1800">
                <a:solidFill>
                  <a:srgbClr val="12284C"/>
                </a:solidFill>
              </a:defRPr>
            </a:lvl2pPr>
            <a:lvl3pPr lvl="2">
              <a:spcBef>
                <a:spcPts val="0"/>
              </a:spcBef>
              <a:spcAft>
                <a:spcPts val="0"/>
              </a:spcAft>
              <a:buClr>
                <a:srgbClr val="12284C"/>
              </a:buClr>
              <a:buSzPts val="1800"/>
              <a:buNone/>
              <a:defRPr sz="1800">
                <a:solidFill>
                  <a:srgbClr val="12284C"/>
                </a:solidFill>
              </a:defRPr>
            </a:lvl3pPr>
            <a:lvl4pPr lvl="3">
              <a:spcBef>
                <a:spcPts val="0"/>
              </a:spcBef>
              <a:spcAft>
                <a:spcPts val="0"/>
              </a:spcAft>
              <a:buClr>
                <a:srgbClr val="12284C"/>
              </a:buClr>
              <a:buSzPts val="1800"/>
              <a:buNone/>
              <a:defRPr sz="1800">
                <a:solidFill>
                  <a:srgbClr val="12284C"/>
                </a:solidFill>
              </a:defRPr>
            </a:lvl4pPr>
            <a:lvl5pPr lvl="4">
              <a:spcBef>
                <a:spcPts val="0"/>
              </a:spcBef>
              <a:spcAft>
                <a:spcPts val="0"/>
              </a:spcAft>
              <a:buClr>
                <a:srgbClr val="12284C"/>
              </a:buClr>
              <a:buSzPts val="1800"/>
              <a:buNone/>
              <a:defRPr sz="1800">
                <a:solidFill>
                  <a:srgbClr val="12284C"/>
                </a:solidFill>
              </a:defRPr>
            </a:lvl5pPr>
            <a:lvl6pPr lvl="5">
              <a:spcBef>
                <a:spcPts val="0"/>
              </a:spcBef>
              <a:spcAft>
                <a:spcPts val="0"/>
              </a:spcAft>
              <a:buClr>
                <a:srgbClr val="12284C"/>
              </a:buClr>
              <a:buSzPts val="1800"/>
              <a:buNone/>
              <a:defRPr sz="1800">
                <a:solidFill>
                  <a:srgbClr val="12284C"/>
                </a:solidFill>
              </a:defRPr>
            </a:lvl6pPr>
            <a:lvl7pPr lvl="6">
              <a:spcBef>
                <a:spcPts val="0"/>
              </a:spcBef>
              <a:spcAft>
                <a:spcPts val="0"/>
              </a:spcAft>
              <a:buClr>
                <a:srgbClr val="12284C"/>
              </a:buClr>
              <a:buSzPts val="1800"/>
              <a:buNone/>
              <a:defRPr sz="1800">
                <a:solidFill>
                  <a:srgbClr val="12284C"/>
                </a:solidFill>
              </a:defRPr>
            </a:lvl7pPr>
            <a:lvl8pPr lvl="7">
              <a:spcBef>
                <a:spcPts val="0"/>
              </a:spcBef>
              <a:spcAft>
                <a:spcPts val="0"/>
              </a:spcAft>
              <a:buClr>
                <a:srgbClr val="12284C"/>
              </a:buClr>
              <a:buSzPts val="1800"/>
              <a:buNone/>
              <a:defRPr sz="1800">
                <a:solidFill>
                  <a:srgbClr val="12284C"/>
                </a:solidFill>
              </a:defRPr>
            </a:lvl8pPr>
            <a:lvl9pPr lvl="8">
              <a:spcBef>
                <a:spcPts val="0"/>
              </a:spcBef>
              <a:spcAft>
                <a:spcPts val="0"/>
              </a:spcAft>
              <a:buClr>
                <a:srgbClr val="12284C"/>
              </a:buClr>
              <a:buSzPts val="1800"/>
              <a:buNone/>
              <a:defRPr sz="1800">
                <a:solidFill>
                  <a:srgbClr val="12284C"/>
                </a:solidFill>
              </a:defRPr>
            </a:lvl9pPr>
          </a:lstStyle>
          <a:p/>
        </p:txBody>
      </p:sp>
      <p:sp>
        <p:nvSpPr>
          <p:cNvPr id="140" name="Google Shape;140;p25"/>
          <p:cNvSpPr txBox="1"/>
          <p:nvPr>
            <p:ph idx="1" type="body"/>
          </p:nvPr>
        </p:nvSpPr>
        <p:spPr>
          <a:xfrm>
            <a:off x="1139850" y="1064700"/>
            <a:ext cx="3633300" cy="30732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
        <p:nvSpPr>
          <p:cNvPr id="141" name="Google Shape;141;p25"/>
          <p:cNvSpPr txBox="1"/>
          <p:nvPr>
            <p:ph idx="4" type="body"/>
          </p:nvPr>
        </p:nvSpPr>
        <p:spPr>
          <a:xfrm>
            <a:off x="5100693" y="1064700"/>
            <a:ext cx="3633300" cy="30732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body - 2 Column (Stronger)">
  <p:cSld name="TITLE_AND_BODY_1_1_1_1_1">
    <p:bg>
      <p:bgPr>
        <a:blipFill>
          <a:blip r:embed="rId2">
            <a:alphaModFix/>
          </a:blip>
          <a:stretch>
            <a:fillRect/>
          </a:stretch>
        </a:blipFill>
      </p:bgPr>
    </p:bg>
    <p:spTree>
      <p:nvGrpSpPr>
        <p:cNvPr id="142" name="Shape 142"/>
        <p:cNvGrpSpPr/>
        <p:nvPr/>
      </p:nvGrpSpPr>
      <p:grpSpPr>
        <a:xfrm>
          <a:off x="0" y="0"/>
          <a:ext cx="0" cy="0"/>
          <a:chOff x="0" y="0"/>
          <a:chExt cx="0" cy="0"/>
        </a:xfrm>
      </p:grpSpPr>
      <p:sp>
        <p:nvSpPr>
          <p:cNvPr id="143" name="Google Shape;143;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44" name="Google Shape;144;p26"/>
          <p:cNvSpPr txBox="1"/>
          <p:nvPr>
            <p:ph idx="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45" name="Google Shape;145;p26"/>
          <p:cNvSpPr txBox="1"/>
          <p:nvPr>
            <p:ph idx="3"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46" name="Google Shape;146;p26"/>
          <p:cNvSpPr/>
          <p:nvPr/>
        </p:nvSpPr>
        <p:spPr>
          <a:xfrm>
            <a:off x="0" y="0"/>
            <a:ext cx="9144000" cy="49920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pic>
        <p:nvPicPr>
          <p:cNvPr id="147" name="Google Shape;147;p26"/>
          <p:cNvPicPr preferRelativeResize="0"/>
          <p:nvPr/>
        </p:nvPicPr>
        <p:blipFill>
          <a:blip r:embed="rId3">
            <a:alphaModFix/>
          </a:blip>
          <a:stretch>
            <a:fillRect/>
          </a:stretch>
        </p:blipFill>
        <p:spPr>
          <a:xfrm>
            <a:off x="350563" y="296750"/>
            <a:ext cx="548700" cy="767945"/>
          </a:xfrm>
          <a:prstGeom prst="rect">
            <a:avLst/>
          </a:prstGeom>
          <a:noFill/>
          <a:ln>
            <a:noFill/>
          </a:ln>
        </p:spPr>
      </p:pic>
      <p:sp>
        <p:nvSpPr>
          <p:cNvPr id="148" name="Google Shape;148;p26"/>
          <p:cNvSpPr txBox="1"/>
          <p:nvPr>
            <p:ph type="title"/>
          </p:nvPr>
        </p:nvSpPr>
        <p:spPr>
          <a:xfrm>
            <a:off x="1139850" y="492000"/>
            <a:ext cx="69288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000"/>
              <a:buNone/>
              <a:defRPr sz="2000"/>
            </a:lvl1pPr>
            <a:lvl2pPr lvl="1">
              <a:spcBef>
                <a:spcPts val="0"/>
              </a:spcBef>
              <a:spcAft>
                <a:spcPts val="0"/>
              </a:spcAft>
              <a:buClr>
                <a:srgbClr val="12284C"/>
              </a:buClr>
              <a:buSzPts val="1800"/>
              <a:buNone/>
              <a:defRPr sz="1800">
                <a:solidFill>
                  <a:srgbClr val="12284C"/>
                </a:solidFill>
              </a:defRPr>
            </a:lvl2pPr>
            <a:lvl3pPr lvl="2">
              <a:spcBef>
                <a:spcPts val="0"/>
              </a:spcBef>
              <a:spcAft>
                <a:spcPts val="0"/>
              </a:spcAft>
              <a:buClr>
                <a:srgbClr val="12284C"/>
              </a:buClr>
              <a:buSzPts val="1800"/>
              <a:buNone/>
              <a:defRPr sz="1800">
                <a:solidFill>
                  <a:srgbClr val="12284C"/>
                </a:solidFill>
              </a:defRPr>
            </a:lvl3pPr>
            <a:lvl4pPr lvl="3">
              <a:spcBef>
                <a:spcPts val="0"/>
              </a:spcBef>
              <a:spcAft>
                <a:spcPts val="0"/>
              </a:spcAft>
              <a:buClr>
                <a:srgbClr val="12284C"/>
              </a:buClr>
              <a:buSzPts val="1800"/>
              <a:buNone/>
              <a:defRPr sz="1800">
                <a:solidFill>
                  <a:srgbClr val="12284C"/>
                </a:solidFill>
              </a:defRPr>
            </a:lvl4pPr>
            <a:lvl5pPr lvl="4">
              <a:spcBef>
                <a:spcPts val="0"/>
              </a:spcBef>
              <a:spcAft>
                <a:spcPts val="0"/>
              </a:spcAft>
              <a:buClr>
                <a:srgbClr val="12284C"/>
              </a:buClr>
              <a:buSzPts val="1800"/>
              <a:buNone/>
              <a:defRPr sz="1800">
                <a:solidFill>
                  <a:srgbClr val="12284C"/>
                </a:solidFill>
              </a:defRPr>
            </a:lvl5pPr>
            <a:lvl6pPr lvl="5">
              <a:spcBef>
                <a:spcPts val="0"/>
              </a:spcBef>
              <a:spcAft>
                <a:spcPts val="0"/>
              </a:spcAft>
              <a:buClr>
                <a:srgbClr val="12284C"/>
              </a:buClr>
              <a:buSzPts val="1800"/>
              <a:buNone/>
              <a:defRPr sz="1800">
                <a:solidFill>
                  <a:srgbClr val="12284C"/>
                </a:solidFill>
              </a:defRPr>
            </a:lvl6pPr>
            <a:lvl7pPr lvl="6">
              <a:spcBef>
                <a:spcPts val="0"/>
              </a:spcBef>
              <a:spcAft>
                <a:spcPts val="0"/>
              </a:spcAft>
              <a:buClr>
                <a:srgbClr val="12284C"/>
              </a:buClr>
              <a:buSzPts val="1800"/>
              <a:buNone/>
              <a:defRPr sz="1800">
                <a:solidFill>
                  <a:srgbClr val="12284C"/>
                </a:solidFill>
              </a:defRPr>
            </a:lvl7pPr>
            <a:lvl8pPr lvl="7">
              <a:spcBef>
                <a:spcPts val="0"/>
              </a:spcBef>
              <a:spcAft>
                <a:spcPts val="0"/>
              </a:spcAft>
              <a:buClr>
                <a:srgbClr val="12284C"/>
              </a:buClr>
              <a:buSzPts val="1800"/>
              <a:buNone/>
              <a:defRPr sz="1800">
                <a:solidFill>
                  <a:srgbClr val="12284C"/>
                </a:solidFill>
              </a:defRPr>
            </a:lvl8pPr>
            <a:lvl9pPr lvl="8">
              <a:spcBef>
                <a:spcPts val="0"/>
              </a:spcBef>
              <a:spcAft>
                <a:spcPts val="0"/>
              </a:spcAft>
              <a:buClr>
                <a:srgbClr val="12284C"/>
              </a:buClr>
              <a:buSzPts val="1800"/>
              <a:buNone/>
              <a:defRPr sz="1800">
                <a:solidFill>
                  <a:srgbClr val="12284C"/>
                </a:solidFill>
              </a:defRPr>
            </a:lvl9pPr>
          </a:lstStyle>
          <a:p/>
        </p:txBody>
      </p:sp>
      <p:sp>
        <p:nvSpPr>
          <p:cNvPr id="149" name="Google Shape;149;p26"/>
          <p:cNvSpPr txBox="1"/>
          <p:nvPr>
            <p:ph idx="1" type="body"/>
          </p:nvPr>
        </p:nvSpPr>
        <p:spPr>
          <a:xfrm>
            <a:off x="1139850" y="1064700"/>
            <a:ext cx="3633300" cy="30732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
        <p:nvSpPr>
          <p:cNvPr id="150" name="Google Shape;150;p26"/>
          <p:cNvSpPr txBox="1"/>
          <p:nvPr>
            <p:ph idx="4" type="body"/>
          </p:nvPr>
        </p:nvSpPr>
        <p:spPr>
          <a:xfrm>
            <a:off x="5100693" y="1064700"/>
            <a:ext cx="3633300" cy="30732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body - 2 Column (Stronger) 1">
  <p:cSld name="TITLE_AND_BODY_1_1_1_1_1_2">
    <p:bg>
      <p:bgPr>
        <a:blipFill>
          <a:blip r:embed="rId2">
            <a:alphaModFix/>
          </a:blip>
          <a:stretch>
            <a:fillRect/>
          </a:stretch>
        </a:blipFill>
      </p:bgPr>
    </p:bg>
    <p:spTree>
      <p:nvGrpSpPr>
        <p:cNvPr id="151" name="Shape 151"/>
        <p:cNvGrpSpPr/>
        <p:nvPr/>
      </p:nvGrpSpPr>
      <p:grpSpPr>
        <a:xfrm>
          <a:off x="0" y="0"/>
          <a:ext cx="0" cy="0"/>
          <a:chOff x="0" y="0"/>
          <a:chExt cx="0" cy="0"/>
        </a:xfrm>
      </p:grpSpPr>
      <p:sp>
        <p:nvSpPr>
          <p:cNvPr id="152" name="Google Shape;152;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53" name="Google Shape;153;p27"/>
          <p:cNvSpPr txBox="1"/>
          <p:nvPr>
            <p:ph idx="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54" name="Google Shape;154;p27"/>
          <p:cNvSpPr txBox="1"/>
          <p:nvPr>
            <p:ph idx="3"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155" name="Google Shape;155;p27"/>
          <p:cNvPicPr preferRelativeResize="0"/>
          <p:nvPr/>
        </p:nvPicPr>
        <p:blipFill>
          <a:blip r:embed="rId3">
            <a:alphaModFix/>
          </a:blip>
          <a:stretch>
            <a:fillRect/>
          </a:stretch>
        </p:blipFill>
        <p:spPr>
          <a:xfrm>
            <a:off x="350563" y="296750"/>
            <a:ext cx="548700" cy="767945"/>
          </a:xfrm>
          <a:prstGeom prst="rect">
            <a:avLst/>
          </a:prstGeom>
          <a:noFill/>
          <a:ln>
            <a:noFill/>
          </a:ln>
        </p:spPr>
      </p:pic>
      <p:sp>
        <p:nvSpPr>
          <p:cNvPr id="156" name="Google Shape;156;p27"/>
          <p:cNvSpPr txBox="1"/>
          <p:nvPr>
            <p:ph type="title"/>
          </p:nvPr>
        </p:nvSpPr>
        <p:spPr>
          <a:xfrm>
            <a:off x="1139850" y="492000"/>
            <a:ext cx="69288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000"/>
              <a:buNone/>
              <a:defRPr sz="2000"/>
            </a:lvl1pPr>
            <a:lvl2pPr lvl="1">
              <a:spcBef>
                <a:spcPts val="0"/>
              </a:spcBef>
              <a:spcAft>
                <a:spcPts val="0"/>
              </a:spcAft>
              <a:buClr>
                <a:srgbClr val="12284C"/>
              </a:buClr>
              <a:buSzPts val="1800"/>
              <a:buNone/>
              <a:defRPr sz="1800">
                <a:solidFill>
                  <a:srgbClr val="12284C"/>
                </a:solidFill>
              </a:defRPr>
            </a:lvl2pPr>
            <a:lvl3pPr lvl="2">
              <a:spcBef>
                <a:spcPts val="0"/>
              </a:spcBef>
              <a:spcAft>
                <a:spcPts val="0"/>
              </a:spcAft>
              <a:buClr>
                <a:srgbClr val="12284C"/>
              </a:buClr>
              <a:buSzPts val="1800"/>
              <a:buNone/>
              <a:defRPr sz="1800">
                <a:solidFill>
                  <a:srgbClr val="12284C"/>
                </a:solidFill>
              </a:defRPr>
            </a:lvl3pPr>
            <a:lvl4pPr lvl="3">
              <a:spcBef>
                <a:spcPts val="0"/>
              </a:spcBef>
              <a:spcAft>
                <a:spcPts val="0"/>
              </a:spcAft>
              <a:buClr>
                <a:srgbClr val="12284C"/>
              </a:buClr>
              <a:buSzPts val="1800"/>
              <a:buNone/>
              <a:defRPr sz="1800">
                <a:solidFill>
                  <a:srgbClr val="12284C"/>
                </a:solidFill>
              </a:defRPr>
            </a:lvl4pPr>
            <a:lvl5pPr lvl="4">
              <a:spcBef>
                <a:spcPts val="0"/>
              </a:spcBef>
              <a:spcAft>
                <a:spcPts val="0"/>
              </a:spcAft>
              <a:buClr>
                <a:srgbClr val="12284C"/>
              </a:buClr>
              <a:buSzPts val="1800"/>
              <a:buNone/>
              <a:defRPr sz="1800">
                <a:solidFill>
                  <a:srgbClr val="12284C"/>
                </a:solidFill>
              </a:defRPr>
            </a:lvl5pPr>
            <a:lvl6pPr lvl="5">
              <a:spcBef>
                <a:spcPts val="0"/>
              </a:spcBef>
              <a:spcAft>
                <a:spcPts val="0"/>
              </a:spcAft>
              <a:buClr>
                <a:srgbClr val="12284C"/>
              </a:buClr>
              <a:buSzPts val="1800"/>
              <a:buNone/>
              <a:defRPr sz="1800">
                <a:solidFill>
                  <a:srgbClr val="12284C"/>
                </a:solidFill>
              </a:defRPr>
            </a:lvl6pPr>
            <a:lvl7pPr lvl="6">
              <a:spcBef>
                <a:spcPts val="0"/>
              </a:spcBef>
              <a:spcAft>
                <a:spcPts val="0"/>
              </a:spcAft>
              <a:buClr>
                <a:srgbClr val="12284C"/>
              </a:buClr>
              <a:buSzPts val="1800"/>
              <a:buNone/>
              <a:defRPr sz="1800">
                <a:solidFill>
                  <a:srgbClr val="12284C"/>
                </a:solidFill>
              </a:defRPr>
            </a:lvl7pPr>
            <a:lvl8pPr lvl="7">
              <a:spcBef>
                <a:spcPts val="0"/>
              </a:spcBef>
              <a:spcAft>
                <a:spcPts val="0"/>
              </a:spcAft>
              <a:buClr>
                <a:srgbClr val="12284C"/>
              </a:buClr>
              <a:buSzPts val="1800"/>
              <a:buNone/>
              <a:defRPr sz="1800">
                <a:solidFill>
                  <a:srgbClr val="12284C"/>
                </a:solidFill>
              </a:defRPr>
            </a:lvl8pPr>
            <a:lvl9pPr lvl="8">
              <a:spcBef>
                <a:spcPts val="0"/>
              </a:spcBef>
              <a:spcAft>
                <a:spcPts val="0"/>
              </a:spcAft>
              <a:buClr>
                <a:srgbClr val="12284C"/>
              </a:buClr>
              <a:buSzPts val="1800"/>
              <a:buNone/>
              <a:defRPr sz="1800">
                <a:solidFill>
                  <a:srgbClr val="12284C"/>
                </a:solidFill>
              </a:defRPr>
            </a:lvl9pPr>
          </a:lstStyle>
          <a:p/>
        </p:txBody>
      </p:sp>
      <p:sp>
        <p:nvSpPr>
          <p:cNvPr id="157" name="Google Shape;157;p27"/>
          <p:cNvSpPr txBox="1"/>
          <p:nvPr>
            <p:ph idx="1" type="body"/>
          </p:nvPr>
        </p:nvSpPr>
        <p:spPr>
          <a:xfrm>
            <a:off x="1139850" y="1064700"/>
            <a:ext cx="3633300" cy="30732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
        <p:nvSpPr>
          <p:cNvPr id="158" name="Google Shape;158;p27"/>
          <p:cNvSpPr txBox="1"/>
          <p:nvPr>
            <p:ph idx="4" type="body"/>
          </p:nvPr>
        </p:nvSpPr>
        <p:spPr>
          <a:xfrm>
            <a:off x="5100693" y="1064700"/>
            <a:ext cx="3633300" cy="30732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body - 2 Column (Stronger) 1 1">
  <p:cSld name="TITLE_AND_BODY_1_1_1_1_1_2_1">
    <p:bg>
      <p:bgPr>
        <a:blipFill>
          <a:blip r:embed="rId2">
            <a:alphaModFix/>
          </a:blip>
          <a:stretch>
            <a:fillRect/>
          </a:stretch>
        </a:blipFill>
      </p:bgPr>
    </p:bg>
    <p:spTree>
      <p:nvGrpSpPr>
        <p:cNvPr id="159" name="Shape 159"/>
        <p:cNvGrpSpPr/>
        <p:nvPr/>
      </p:nvGrpSpPr>
      <p:grpSpPr>
        <a:xfrm>
          <a:off x="0" y="0"/>
          <a:ext cx="0" cy="0"/>
          <a:chOff x="0" y="0"/>
          <a:chExt cx="0" cy="0"/>
        </a:xfrm>
      </p:grpSpPr>
      <p:sp>
        <p:nvSpPr>
          <p:cNvPr id="160" name="Google Shape;160;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61" name="Google Shape;161;p28"/>
          <p:cNvSpPr txBox="1"/>
          <p:nvPr>
            <p:ph idx="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62" name="Google Shape;162;p28"/>
          <p:cNvSpPr txBox="1"/>
          <p:nvPr>
            <p:ph idx="3"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163" name="Google Shape;163;p28"/>
          <p:cNvPicPr preferRelativeResize="0"/>
          <p:nvPr/>
        </p:nvPicPr>
        <p:blipFill>
          <a:blip r:embed="rId3">
            <a:alphaModFix/>
          </a:blip>
          <a:stretch>
            <a:fillRect/>
          </a:stretch>
        </p:blipFill>
        <p:spPr>
          <a:xfrm>
            <a:off x="350563" y="296750"/>
            <a:ext cx="548700" cy="767945"/>
          </a:xfrm>
          <a:prstGeom prst="rect">
            <a:avLst/>
          </a:prstGeom>
          <a:noFill/>
          <a:ln>
            <a:noFill/>
          </a:ln>
        </p:spPr>
      </p:pic>
      <p:sp>
        <p:nvSpPr>
          <p:cNvPr id="164" name="Google Shape;164;p28"/>
          <p:cNvSpPr txBox="1"/>
          <p:nvPr>
            <p:ph type="title"/>
          </p:nvPr>
        </p:nvSpPr>
        <p:spPr>
          <a:xfrm>
            <a:off x="1139850" y="492000"/>
            <a:ext cx="69288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000"/>
              <a:buNone/>
              <a:defRPr sz="2000"/>
            </a:lvl1pPr>
            <a:lvl2pPr lvl="1">
              <a:spcBef>
                <a:spcPts val="0"/>
              </a:spcBef>
              <a:spcAft>
                <a:spcPts val="0"/>
              </a:spcAft>
              <a:buClr>
                <a:srgbClr val="12284C"/>
              </a:buClr>
              <a:buSzPts val="1800"/>
              <a:buNone/>
              <a:defRPr sz="1800">
                <a:solidFill>
                  <a:srgbClr val="12284C"/>
                </a:solidFill>
              </a:defRPr>
            </a:lvl2pPr>
            <a:lvl3pPr lvl="2">
              <a:spcBef>
                <a:spcPts val="0"/>
              </a:spcBef>
              <a:spcAft>
                <a:spcPts val="0"/>
              </a:spcAft>
              <a:buClr>
                <a:srgbClr val="12284C"/>
              </a:buClr>
              <a:buSzPts val="1800"/>
              <a:buNone/>
              <a:defRPr sz="1800">
                <a:solidFill>
                  <a:srgbClr val="12284C"/>
                </a:solidFill>
              </a:defRPr>
            </a:lvl3pPr>
            <a:lvl4pPr lvl="3">
              <a:spcBef>
                <a:spcPts val="0"/>
              </a:spcBef>
              <a:spcAft>
                <a:spcPts val="0"/>
              </a:spcAft>
              <a:buClr>
                <a:srgbClr val="12284C"/>
              </a:buClr>
              <a:buSzPts val="1800"/>
              <a:buNone/>
              <a:defRPr sz="1800">
                <a:solidFill>
                  <a:srgbClr val="12284C"/>
                </a:solidFill>
              </a:defRPr>
            </a:lvl4pPr>
            <a:lvl5pPr lvl="4">
              <a:spcBef>
                <a:spcPts val="0"/>
              </a:spcBef>
              <a:spcAft>
                <a:spcPts val="0"/>
              </a:spcAft>
              <a:buClr>
                <a:srgbClr val="12284C"/>
              </a:buClr>
              <a:buSzPts val="1800"/>
              <a:buNone/>
              <a:defRPr sz="1800">
                <a:solidFill>
                  <a:srgbClr val="12284C"/>
                </a:solidFill>
              </a:defRPr>
            </a:lvl5pPr>
            <a:lvl6pPr lvl="5">
              <a:spcBef>
                <a:spcPts val="0"/>
              </a:spcBef>
              <a:spcAft>
                <a:spcPts val="0"/>
              </a:spcAft>
              <a:buClr>
                <a:srgbClr val="12284C"/>
              </a:buClr>
              <a:buSzPts val="1800"/>
              <a:buNone/>
              <a:defRPr sz="1800">
                <a:solidFill>
                  <a:srgbClr val="12284C"/>
                </a:solidFill>
              </a:defRPr>
            </a:lvl6pPr>
            <a:lvl7pPr lvl="6">
              <a:spcBef>
                <a:spcPts val="0"/>
              </a:spcBef>
              <a:spcAft>
                <a:spcPts val="0"/>
              </a:spcAft>
              <a:buClr>
                <a:srgbClr val="12284C"/>
              </a:buClr>
              <a:buSzPts val="1800"/>
              <a:buNone/>
              <a:defRPr sz="1800">
                <a:solidFill>
                  <a:srgbClr val="12284C"/>
                </a:solidFill>
              </a:defRPr>
            </a:lvl7pPr>
            <a:lvl8pPr lvl="7">
              <a:spcBef>
                <a:spcPts val="0"/>
              </a:spcBef>
              <a:spcAft>
                <a:spcPts val="0"/>
              </a:spcAft>
              <a:buClr>
                <a:srgbClr val="12284C"/>
              </a:buClr>
              <a:buSzPts val="1800"/>
              <a:buNone/>
              <a:defRPr sz="1800">
                <a:solidFill>
                  <a:srgbClr val="12284C"/>
                </a:solidFill>
              </a:defRPr>
            </a:lvl8pPr>
            <a:lvl9pPr lvl="8">
              <a:spcBef>
                <a:spcPts val="0"/>
              </a:spcBef>
              <a:spcAft>
                <a:spcPts val="0"/>
              </a:spcAft>
              <a:buClr>
                <a:srgbClr val="12284C"/>
              </a:buClr>
              <a:buSzPts val="1800"/>
              <a:buNone/>
              <a:defRPr sz="1800">
                <a:solidFill>
                  <a:srgbClr val="12284C"/>
                </a:solidFill>
              </a:defRPr>
            </a:lvl9pPr>
          </a:lstStyle>
          <a:p/>
        </p:txBody>
      </p:sp>
      <p:sp>
        <p:nvSpPr>
          <p:cNvPr id="165" name="Google Shape;165;p28"/>
          <p:cNvSpPr txBox="1"/>
          <p:nvPr>
            <p:ph idx="1" type="body"/>
          </p:nvPr>
        </p:nvSpPr>
        <p:spPr>
          <a:xfrm>
            <a:off x="1139850" y="1064700"/>
            <a:ext cx="3633300" cy="30732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
        <p:nvSpPr>
          <p:cNvPr id="166" name="Google Shape;166;p28"/>
          <p:cNvSpPr txBox="1"/>
          <p:nvPr>
            <p:ph idx="4" type="body"/>
          </p:nvPr>
        </p:nvSpPr>
        <p:spPr>
          <a:xfrm>
            <a:off x="5100693" y="1064700"/>
            <a:ext cx="3633300" cy="3073200"/>
          </a:xfrm>
          <a:prstGeom prst="rect">
            <a:avLst/>
          </a:prstGeom>
        </p:spPr>
        <p:txBody>
          <a:bodyPr anchorCtr="0" anchor="t" bIns="91425" lIns="91425" spcFirstLastPara="1" rIns="91425" wrap="square" tIns="91425">
            <a:normAutofit/>
          </a:bodyPr>
          <a:lstStyle>
            <a:lvl1pPr indent="-323850" lvl="0" marL="457200">
              <a:spcBef>
                <a:spcPts val="0"/>
              </a:spcBef>
              <a:spcAft>
                <a:spcPts val="0"/>
              </a:spcAft>
              <a:buSzPts val="1500"/>
              <a:buChar char="●"/>
              <a:defRPr sz="15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cards - Blue">
  <p:cSld name="TITLE_AND_BODY_1_1_1_1_1_1">
    <p:bg>
      <p:bgPr>
        <a:blipFill>
          <a:blip r:embed="rId2">
            <a:alphaModFix/>
          </a:blip>
          <a:stretch>
            <a:fillRect/>
          </a:stretch>
        </a:blipFill>
      </p:bgPr>
    </p:bg>
    <p:spTree>
      <p:nvGrpSpPr>
        <p:cNvPr id="167" name="Shape 167"/>
        <p:cNvGrpSpPr/>
        <p:nvPr/>
      </p:nvGrpSpPr>
      <p:grpSpPr>
        <a:xfrm>
          <a:off x="0" y="0"/>
          <a:ext cx="0" cy="0"/>
          <a:chOff x="0" y="0"/>
          <a:chExt cx="0" cy="0"/>
        </a:xfrm>
      </p:grpSpPr>
      <p:sp>
        <p:nvSpPr>
          <p:cNvPr id="168" name="Google Shape;168;p29"/>
          <p:cNvSpPr/>
          <p:nvPr/>
        </p:nvSpPr>
        <p:spPr>
          <a:xfrm>
            <a:off x="50" y="1758275"/>
            <a:ext cx="9144000" cy="3385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169" name="Google Shape;169;p29"/>
          <p:cNvSpPr/>
          <p:nvPr/>
        </p:nvSpPr>
        <p:spPr>
          <a:xfrm>
            <a:off x="2499625" y="0"/>
            <a:ext cx="6812700" cy="35628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170" name="Google Shape;170;p29"/>
          <p:cNvSpPr/>
          <p:nvPr/>
        </p:nvSpPr>
        <p:spPr>
          <a:xfrm>
            <a:off x="50" y="1437250"/>
            <a:ext cx="9312300" cy="39546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pic>
        <p:nvPicPr>
          <p:cNvPr id="171" name="Google Shape;171;p29"/>
          <p:cNvPicPr preferRelativeResize="0"/>
          <p:nvPr/>
        </p:nvPicPr>
        <p:blipFill rotWithShape="1">
          <a:blip r:embed="rId3">
            <a:alphaModFix/>
          </a:blip>
          <a:srcRect b="0" l="10509" r="60429" t="62545"/>
          <a:stretch/>
        </p:blipFill>
        <p:spPr>
          <a:xfrm>
            <a:off x="0" y="0"/>
            <a:ext cx="3943798" cy="2652951"/>
          </a:xfrm>
          <a:prstGeom prst="rect">
            <a:avLst/>
          </a:prstGeom>
          <a:noFill/>
          <a:ln>
            <a:noFill/>
          </a:ln>
        </p:spPr>
      </p:pic>
      <p:sp>
        <p:nvSpPr>
          <p:cNvPr id="172" name="Google Shape;172;p29"/>
          <p:cNvSpPr txBox="1"/>
          <p:nvPr>
            <p:ph idx="1" type="body"/>
          </p:nvPr>
        </p:nvSpPr>
        <p:spPr>
          <a:xfrm>
            <a:off x="1341400" y="3338325"/>
            <a:ext cx="2196900" cy="15168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SzPts val="1100"/>
              <a:buChar char="●"/>
              <a:defRPr sz="1100"/>
            </a:lvl1pPr>
            <a:lvl2pPr indent="-273050" lvl="1" marL="914400">
              <a:spcBef>
                <a:spcPts val="0"/>
              </a:spcBef>
              <a:spcAft>
                <a:spcPts val="0"/>
              </a:spcAft>
              <a:buSzPts val="700"/>
              <a:buChar char="○"/>
              <a:defRPr sz="700"/>
            </a:lvl2pPr>
            <a:lvl3pPr indent="-273050" lvl="2" marL="1371600">
              <a:spcBef>
                <a:spcPts val="0"/>
              </a:spcBef>
              <a:spcAft>
                <a:spcPts val="0"/>
              </a:spcAft>
              <a:buSzPts val="700"/>
              <a:buChar char="■"/>
              <a:defRPr sz="700"/>
            </a:lvl3pPr>
            <a:lvl4pPr indent="-273050" lvl="3" marL="1828800">
              <a:spcBef>
                <a:spcPts val="0"/>
              </a:spcBef>
              <a:spcAft>
                <a:spcPts val="0"/>
              </a:spcAft>
              <a:buSzPts val="700"/>
              <a:buChar char="●"/>
              <a:defRPr sz="700"/>
            </a:lvl4pPr>
            <a:lvl5pPr indent="-273050" lvl="4" marL="2286000">
              <a:spcBef>
                <a:spcPts val="0"/>
              </a:spcBef>
              <a:spcAft>
                <a:spcPts val="0"/>
              </a:spcAft>
              <a:buSzPts val="700"/>
              <a:buChar char="○"/>
              <a:defRPr sz="700"/>
            </a:lvl5pPr>
            <a:lvl6pPr indent="-273050" lvl="5" marL="2743200">
              <a:spcBef>
                <a:spcPts val="0"/>
              </a:spcBef>
              <a:spcAft>
                <a:spcPts val="0"/>
              </a:spcAft>
              <a:buSzPts val="700"/>
              <a:buChar char="■"/>
              <a:defRPr sz="700"/>
            </a:lvl6pPr>
            <a:lvl7pPr indent="-273050" lvl="6" marL="3200400">
              <a:spcBef>
                <a:spcPts val="0"/>
              </a:spcBef>
              <a:spcAft>
                <a:spcPts val="0"/>
              </a:spcAft>
              <a:buSzPts val="700"/>
              <a:buChar char="●"/>
              <a:defRPr sz="700"/>
            </a:lvl7pPr>
            <a:lvl8pPr indent="-273050" lvl="7" marL="3657600">
              <a:spcBef>
                <a:spcPts val="0"/>
              </a:spcBef>
              <a:spcAft>
                <a:spcPts val="0"/>
              </a:spcAft>
              <a:buSzPts val="700"/>
              <a:buChar char="○"/>
              <a:defRPr sz="700"/>
            </a:lvl8pPr>
            <a:lvl9pPr indent="-273050" lvl="8" marL="4114800">
              <a:spcBef>
                <a:spcPts val="0"/>
              </a:spcBef>
              <a:spcAft>
                <a:spcPts val="0"/>
              </a:spcAft>
              <a:buSzPts val="700"/>
              <a:buChar char="■"/>
              <a:defRPr sz="700"/>
            </a:lvl9pPr>
          </a:lstStyle>
          <a:p/>
        </p:txBody>
      </p:sp>
      <p:sp>
        <p:nvSpPr>
          <p:cNvPr id="173" name="Google Shape;173;p29"/>
          <p:cNvSpPr/>
          <p:nvPr>
            <p:ph idx="2" type="pic"/>
          </p:nvPr>
        </p:nvSpPr>
        <p:spPr>
          <a:xfrm>
            <a:off x="1341425" y="556075"/>
            <a:ext cx="2196900" cy="2416200"/>
          </a:xfrm>
          <a:prstGeom prst="rect">
            <a:avLst/>
          </a:prstGeom>
          <a:noFill/>
          <a:ln>
            <a:noFill/>
          </a:ln>
        </p:spPr>
      </p:sp>
      <p:sp>
        <p:nvSpPr>
          <p:cNvPr id="174" name="Google Shape;174;p29"/>
          <p:cNvSpPr txBox="1"/>
          <p:nvPr>
            <p:ph idx="3" type="subTitle"/>
          </p:nvPr>
        </p:nvSpPr>
        <p:spPr>
          <a:xfrm>
            <a:off x="1341225" y="3002408"/>
            <a:ext cx="2196900" cy="305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b="1" sz="1400"/>
            </a:lvl1pPr>
            <a:lvl2pPr lvl="1">
              <a:spcBef>
                <a:spcPts val="0"/>
              </a:spcBef>
              <a:spcAft>
                <a:spcPts val="0"/>
              </a:spcAft>
              <a:buSzPts val="1400"/>
              <a:buNone/>
              <a:defRPr b="1"/>
            </a:lvl2pPr>
            <a:lvl3pPr lvl="2">
              <a:spcBef>
                <a:spcPts val="0"/>
              </a:spcBef>
              <a:spcAft>
                <a:spcPts val="0"/>
              </a:spcAft>
              <a:buSzPts val="1400"/>
              <a:buNone/>
              <a:defRPr b="1"/>
            </a:lvl3pPr>
            <a:lvl4pPr lvl="3">
              <a:spcBef>
                <a:spcPts val="0"/>
              </a:spcBef>
              <a:spcAft>
                <a:spcPts val="0"/>
              </a:spcAft>
              <a:buSzPts val="1400"/>
              <a:buNone/>
              <a:defRPr b="1"/>
            </a:lvl4pPr>
            <a:lvl5pPr lvl="4">
              <a:spcBef>
                <a:spcPts val="0"/>
              </a:spcBef>
              <a:spcAft>
                <a:spcPts val="0"/>
              </a:spcAft>
              <a:buSzPts val="1400"/>
              <a:buNone/>
              <a:defRPr b="1"/>
            </a:lvl5pPr>
            <a:lvl6pPr lvl="5">
              <a:spcBef>
                <a:spcPts val="0"/>
              </a:spcBef>
              <a:spcAft>
                <a:spcPts val="0"/>
              </a:spcAft>
              <a:buSzPts val="1400"/>
              <a:buNone/>
              <a:defRPr b="1"/>
            </a:lvl6pPr>
            <a:lvl7pPr lvl="6">
              <a:spcBef>
                <a:spcPts val="0"/>
              </a:spcBef>
              <a:spcAft>
                <a:spcPts val="0"/>
              </a:spcAft>
              <a:buSzPts val="1400"/>
              <a:buNone/>
              <a:defRPr b="1"/>
            </a:lvl7pPr>
            <a:lvl8pPr lvl="7">
              <a:spcBef>
                <a:spcPts val="0"/>
              </a:spcBef>
              <a:spcAft>
                <a:spcPts val="0"/>
              </a:spcAft>
              <a:buSzPts val="1400"/>
              <a:buNone/>
              <a:defRPr b="1"/>
            </a:lvl8pPr>
            <a:lvl9pPr lvl="8">
              <a:spcBef>
                <a:spcPts val="0"/>
              </a:spcBef>
              <a:spcAft>
                <a:spcPts val="0"/>
              </a:spcAft>
              <a:buSzPts val="1400"/>
              <a:buNone/>
              <a:defRPr b="1"/>
            </a:lvl9pPr>
          </a:lstStyle>
          <a:p/>
        </p:txBody>
      </p:sp>
      <p:sp>
        <p:nvSpPr>
          <p:cNvPr id="175" name="Google Shape;175;p29"/>
          <p:cNvSpPr txBox="1"/>
          <p:nvPr>
            <p:ph idx="4" type="body"/>
          </p:nvPr>
        </p:nvSpPr>
        <p:spPr>
          <a:xfrm>
            <a:off x="3943789" y="3338325"/>
            <a:ext cx="2196900" cy="15168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SzPts val="1100"/>
              <a:buChar char="●"/>
              <a:defRPr sz="1100"/>
            </a:lvl1pPr>
            <a:lvl2pPr indent="-273050" lvl="1" marL="914400">
              <a:spcBef>
                <a:spcPts val="0"/>
              </a:spcBef>
              <a:spcAft>
                <a:spcPts val="0"/>
              </a:spcAft>
              <a:buSzPts val="700"/>
              <a:buChar char="○"/>
              <a:defRPr sz="700"/>
            </a:lvl2pPr>
            <a:lvl3pPr indent="-273050" lvl="2" marL="1371600">
              <a:spcBef>
                <a:spcPts val="0"/>
              </a:spcBef>
              <a:spcAft>
                <a:spcPts val="0"/>
              </a:spcAft>
              <a:buSzPts val="700"/>
              <a:buChar char="■"/>
              <a:defRPr sz="700"/>
            </a:lvl3pPr>
            <a:lvl4pPr indent="-273050" lvl="3" marL="1828800">
              <a:spcBef>
                <a:spcPts val="0"/>
              </a:spcBef>
              <a:spcAft>
                <a:spcPts val="0"/>
              </a:spcAft>
              <a:buSzPts val="700"/>
              <a:buChar char="●"/>
              <a:defRPr sz="700"/>
            </a:lvl4pPr>
            <a:lvl5pPr indent="-273050" lvl="4" marL="2286000">
              <a:spcBef>
                <a:spcPts val="0"/>
              </a:spcBef>
              <a:spcAft>
                <a:spcPts val="0"/>
              </a:spcAft>
              <a:buSzPts val="700"/>
              <a:buChar char="○"/>
              <a:defRPr sz="700"/>
            </a:lvl5pPr>
            <a:lvl6pPr indent="-273050" lvl="5" marL="2743200">
              <a:spcBef>
                <a:spcPts val="0"/>
              </a:spcBef>
              <a:spcAft>
                <a:spcPts val="0"/>
              </a:spcAft>
              <a:buSzPts val="700"/>
              <a:buChar char="■"/>
              <a:defRPr sz="700"/>
            </a:lvl6pPr>
            <a:lvl7pPr indent="-273050" lvl="6" marL="3200400">
              <a:spcBef>
                <a:spcPts val="0"/>
              </a:spcBef>
              <a:spcAft>
                <a:spcPts val="0"/>
              </a:spcAft>
              <a:buSzPts val="700"/>
              <a:buChar char="●"/>
              <a:defRPr sz="700"/>
            </a:lvl7pPr>
            <a:lvl8pPr indent="-273050" lvl="7" marL="3657600">
              <a:spcBef>
                <a:spcPts val="0"/>
              </a:spcBef>
              <a:spcAft>
                <a:spcPts val="0"/>
              </a:spcAft>
              <a:buSzPts val="700"/>
              <a:buChar char="○"/>
              <a:defRPr sz="700"/>
            </a:lvl8pPr>
            <a:lvl9pPr indent="-273050" lvl="8" marL="4114800">
              <a:spcBef>
                <a:spcPts val="0"/>
              </a:spcBef>
              <a:spcAft>
                <a:spcPts val="0"/>
              </a:spcAft>
              <a:buSzPts val="700"/>
              <a:buChar char="■"/>
              <a:defRPr sz="700"/>
            </a:lvl9pPr>
          </a:lstStyle>
          <a:p/>
        </p:txBody>
      </p:sp>
      <p:sp>
        <p:nvSpPr>
          <p:cNvPr id="176" name="Google Shape;176;p29"/>
          <p:cNvSpPr/>
          <p:nvPr>
            <p:ph idx="5" type="pic"/>
          </p:nvPr>
        </p:nvSpPr>
        <p:spPr>
          <a:xfrm>
            <a:off x="3943804" y="556075"/>
            <a:ext cx="2196900" cy="2416200"/>
          </a:xfrm>
          <a:prstGeom prst="rect">
            <a:avLst/>
          </a:prstGeom>
          <a:noFill/>
          <a:ln>
            <a:noFill/>
          </a:ln>
        </p:spPr>
      </p:sp>
      <p:sp>
        <p:nvSpPr>
          <p:cNvPr id="177" name="Google Shape;177;p29"/>
          <p:cNvSpPr txBox="1"/>
          <p:nvPr>
            <p:ph idx="6" type="subTitle"/>
          </p:nvPr>
        </p:nvSpPr>
        <p:spPr>
          <a:xfrm>
            <a:off x="3943609" y="3002408"/>
            <a:ext cx="2196900" cy="305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b="1" sz="1400"/>
            </a:lvl1pPr>
            <a:lvl2pPr lvl="1">
              <a:spcBef>
                <a:spcPts val="0"/>
              </a:spcBef>
              <a:spcAft>
                <a:spcPts val="0"/>
              </a:spcAft>
              <a:buSzPts val="1400"/>
              <a:buNone/>
              <a:defRPr b="1"/>
            </a:lvl2pPr>
            <a:lvl3pPr lvl="2">
              <a:spcBef>
                <a:spcPts val="0"/>
              </a:spcBef>
              <a:spcAft>
                <a:spcPts val="0"/>
              </a:spcAft>
              <a:buSzPts val="1400"/>
              <a:buNone/>
              <a:defRPr b="1"/>
            </a:lvl3pPr>
            <a:lvl4pPr lvl="3">
              <a:spcBef>
                <a:spcPts val="0"/>
              </a:spcBef>
              <a:spcAft>
                <a:spcPts val="0"/>
              </a:spcAft>
              <a:buSzPts val="1400"/>
              <a:buNone/>
              <a:defRPr b="1"/>
            </a:lvl4pPr>
            <a:lvl5pPr lvl="4">
              <a:spcBef>
                <a:spcPts val="0"/>
              </a:spcBef>
              <a:spcAft>
                <a:spcPts val="0"/>
              </a:spcAft>
              <a:buSzPts val="1400"/>
              <a:buNone/>
              <a:defRPr b="1"/>
            </a:lvl5pPr>
            <a:lvl6pPr lvl="5">
              <a:spcBef>
                <a:spcPts val="0"/>
              </a:spcBef>
              <a:spcAft>
                <a:spcPts val="0"/>
              </a:spcAft>
              <a:buSzPts val="1400"/>
              <a:buNone/>
              <a:defRPr b="1"/>
            </a:lvl6pPr>
            <a:lvl7pPr lvl="6">
              <a:spcBef>
                <a:spcPts val="0"/>
              </a:spcBef>
              <a:spcAft>
                <a:spcPts val="0"/>
              </a:spcAft>
              <a:buSzPts val="1400"/>
              <a:buNone/>
              <a:defRPr b="1"/>
            </a:lvl7pPr>
            <a:lvl8pPr lvl="7">
              <a:spcBef>
                <a:spcPts val="0"/>
              </a:spcBef>
              <a:spcAft>
                <a:spcPts val="0"/>
              </a:spcAft>
              <a:buSzPts val="1400"/>
              <a:buNone/>
              <a:defRPr b="1"/>
            </a:lvl8pPr>
            <a:lvl9pPr lvl="8">
              <a:spcBef>
                <a:spcPts val="0"/>
              </a:spcBef>
              <a:spcAft>
                <a:spcPts val="0"/>
              </a:spcAft>
              <a:buSzPts val="1400"/>
              <a:buNone/>
              <a:defRPr b="1"/>
            </a:lvl9pPr>
          </a:lstStyle>
          <a:p/>
        </p:txBody>
      </p:sp>
      <p:sp>
        <p:nvSpPr>
          <p:cNvPr id="178" name="Google Shape;178;p29"/>
          <p:cNvSpPr txBox="1"/>
          <p:nvPr>
            <p:ph idx="7" type="body"/>
          </p:nvPr>
        </p:nvSpPr>
        <p:spPr>
          <a:xfrm>
            <a:off x="6487599" y="3338340"/>
            <a:ext cx="2196900" cy="15168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SzPts val="1100"/>
              <a:buChar char="●"/>
              <a:defRPr sz="1100"/>
            </a:lvl1pPr>
            <a:lvl2pPr indent="-273050" lvl="1" marL="914400">
              <a:spcBef>
                <a:spcPts val="0"/>
              </a:spcBef>
              <a:spcAft>
                <a:spcPts val="0"/>
              </a:spcAft>
              <a:buSzPts val="700"/>
              <a:buChar char="○"/>
              <a:defRPr sz="700"/>
            </a:lvl2pPr>
            <a:lvl3pPr indent="-273050" lvl="2" marL="1371600">
              <a:spcBef>
                <a:spcPts val="0"/>
              </a:spcBef>
              <a:spcAft>
                <a:spcPts val="0"/>
              </a:spcAft>
              <a:buSzPts val="700"/>
              <a:buChar char="■"/>
              <a:defRPr sz="700"/>
            </a:lvl3pPr>
            <a:lvl4pPr indent="-273050" lvl="3" marL="1828800">
              <a:spcBef>
                <a:spcPts val="0"/>
              </a:spcBef>
              <a:spcAft>
                <a:spcPts val="0"/>
              </a:spcAft>
              <a:buSzPts val="700"/>
              <a:buChar char="●"/>
              <a:defRPr sz="700"/>
            </a:lvl4pPr>
            <a:lvl5pPr indent="-273050" lvl="4" marL="2286000">
              <a:spcBef>
                <a:spcPts val="0"/>
              </a:spcBef>
              <a:spcAft>
                <a:spcPts val="0"/>
              </a:spcAft>
              <a:buSzPts val="700"/>
              <a:buChar char="○"/>
              <a:defRPr sz="700"/>
            </a:lvl5pPr>
            <a:lvl6pPr indent="-273050" lvl="5" marL="2743200">
              <a:spcBef>
                <a:spcPts val="0"/>
              </a:spcBef>
              <a:spcAft>
                <a:spcPts val="0"/>
              </a:spcAft>
              <a:buSzPts val="700"/>
              <a:buChar char="■"/>
              <a:defRPr sz="700"/>
            </a:lvl6pPr>
            <a:lvl7pPr indent="-273050" lvl="6" marL="3200400">
              <a:spcBef>
                <a:spcPts val="0"/>
              </a:spcBef>
              <a:spcAft>
                <a:spcPts val="0"/>
              </a:spcAft>
              <a:buSzPts val="700"/>
              <a:buChar char="●"/>
              <a:defRPr sz="700"/>
            </a:lvl7pPr>
            <a:lvl8pPr indent="-273050" lvl="7" marL="3657600">
              <a:spcBef>
                <a:spcPts val="0"/>
              </a:spcBef>
              <a:spcAft>
                <a:spcPts val="0"/>
              </a:spcAft>
              <a:buSzPts val="700"/>
              <a:buChar char="○"/>
              <a:defRPr sz="700"/>
            </a:lvl8pPr>
            <a:lvl9pPr indent="-273050" lvl="8" marL="4114800">
              <a:spcBef>
                <a:spcPts val="0"/>
              </a:spcBef>
              <a:spcAft>
                <a:spcPts val="0"/>
              </a:spcAft>
              <a:buSzPts val="700"/>
              <a:buChar char="■"/>
              <a:defRPr sz="700"/>
            </a:lvl9pPr>
          </a:lstStyle>
          <a:p/>
        </p:txBody>
      </p:sp>
      <p:sp>
        <p:nvSpPr>
          <p:cNvPr id="179" name="Google Shape;179;p29"/>
          <p:cNvSpPr/>
          <p:nvPr>
            <p:ph idx="8" type="pic"/>
          </p:nvPr>
        </p:nvSpPr>
        <p:spPr>
          <a:xfrm>
            <a:off x="6487604" y="556095"/>
            <a:ext cx="2196900" cy="2416200"/>
          </a:xfrm>
          <a:prstGeom prst="rect">
            <a:avLst/>
          </a:prstGeom>
          <a:noFill/>
          <a:ln>
            <a:noFill/>
          </a:ln>
        </p:spPr>
      </p:sp>
      <p:sp>
        <p:nvSpPr>
          <p:cNvPr id="180" name="Google Shape;180;p29"/>
          <p:cNvSpPr txBox="1"/>
          <p:nvPr>
            <p:ph idx="9" type="subTitle"/>
          </p:nvPr>
        </p:nvSpPr>
        <p:spPr>
          <a:xfrm>
            <a:off x="6487415" y="3002421"/>
            <a:ext cx="2196900" cy="305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b="1" sz="1400"/>
            </a:lvl1pPr>
            <a:lvl2pPr lvl="1">
              <a:spcBef>
                <a:spcPts val="0"/>
              </a:spcBef>
              <a:spcAft>
                <a:spcPts val="0"/>
              </a:spcAft>
              <a:buSzPts val="1400"/>
              <a:buNone/>
              <a:defRPr b="1"/>
            </a:lvl2pPr>
            <a:lvl3pPr lvl="2">
              <a:spcBef>
                <a:spcPts val="0"/>
              </a:spcBef>
              <a:spcAft>
                <a:spcPts val="0"/>
              </a:spcAft>
              <a:buSzPts val="1400"/>
              <a:buNone/>
              <a:defRPr b="1"/>
            </a:lvl3pPr>
            <a:lvl4pPr lvl="3">
              <a:spcBef>
                <a:spcPts val="0"/>
              </a:spcBef>
              <a:spcAft>
                <a:spcPts val="0"/>
              </a:spcAft>
              <a:buSzPts val="1400"/>
              <a:buNone/>
              <a:defRPr b="1"/>
            </a:lvl4pPr>
            <a:lvl5pPr lvl="4">
              <a:spcBef>
                <a:spcPts val="0"/>
              </a:spcBef>
              <a:spcAft>
                <a:spcPts val="0"/>
              </a:spcAft>
              <a:buSzPts val="1400"/>
              <a:buNone/>
              <a:defRPr b="1"/>
            </a:lvl5pPr>
            <a:lvl6pPr lvl="5">
              <a:spcBef>
                <a:spcPts val="0"/>
              </a:spcBef>
              <a:spcAft>
                <a:spcPts val="0"/>
              </a:spcAft>
              <a:buSzPts val="1400"/>
              <a:buNone/>
              <a:defRPr b="1"/>
            </a:lvl6pPr>
            <a:lvl7pPr lvl="6">
              <a:spcBef>
                <a:spcPts val="0"/>
              </a:spcBef>
              <a:spcAft>
                <a:spcPts val="0"/>
              </a:spcAft>
              <a:buSzPts val="1400"/>
              <a:buNone/>
              <a:defRPr b="1"/>
            </a:lvl7pPr>
            <a:lvl8pPr lvl="7">
              <a:spcBef>
                <a:spcPts val="0"/>
              </a:spcBef>
              <a:spcAft>
                <a:spcPts val="0"/>
              </a:spcAft>
              <a:buSzPts val="1400"/>
              <a:buNone/>
              <a:defRPr b="1"/>
            </a:lvl8pPr>
            <a:lvl9pPr lvl="8">
              <a:spcBef>
                <a:spcPts val="0"/>
              </a:spcBef>
              <a:spcAft>
                <a:spcPts val="0"/>
              </a:spcAft>
              <a:buSzPts val="1400"/>
              <a:buNone/>
              <a:defRPr b="1"/>
            </a:lvl9pPr>
          </a:lstStyle>
          <a:p/>
        </p:txBody>
      </p:sp>
      <p:pic>
        <p:nvPicPr>
          <p:cNvPr id="181" name="Google Shape;181;p29"/>
          <p:cNvPicPr preferRelativeResize="0"/>
          <p:nvPr/>
        </p:nvPicPr>
        <p:blipFill>
          <a:blip r:embed="rId4">
            <a:alphaModFix/>
          </a:blip>
          <a:stretch>
            <a:fillRect/>
          </a:stretch>
        </p:blipFill>
        <p:spPr>
          <a:xfrm>
            <a:off x="325504" y="556102"/>
            <a:ext cx="705144" cy="986949"/>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cards - Green">
  <p:cSld name="TITLE_AND_BODY_1_1_1_1_1_1_1">
    <p:bg>
      <p:bgPr>
        <a:blipFill>
          <a:blip r:embed="rId2">
            <a:alphaModFix/>
          </a:blip>
          <a:stretch>
            <a:fillRect/>
          </a:stretch>
        </a:blipFill>
      </p:bgPr>
    </p:bg>
    <p:spTree>
      <p:nvGrpSpPr>
        <p:cNvPr id="182" name="Shape 182"/>
        <p:cNvGrpSpPr/>
        <p:nvPr/>
      </p:nvGrpSpPr>
      <p:grpSpPr>
        <a:xfrm>
          <a:off x="0" y="0"/>
          <a:ext cx="0" cy="0"/>
          <a:chOff x="0" y="0"/>
          <a:chExt cx="0" cy="0"/>
        </a:xfrm>
      </p:grpSpPr>
      <p:sp>
        <p:nvSpPr>
          <p:cNvPr id="183" name="Google Shape;183;p30"/>
          <p:cNvSpPr/>
          <p:nvPr/>
        </p:nvSpPr>
        <p:spPr>
          <a:xfrm>
            <a:off x="50" y="1758275"/>
            <a:ext cx="9144000" cy="3385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184" name="Google Shape;184;p30"/>
          <p:cNvSpPr/>
          <p:nvPr/>
        </p:nvSpPr>
        <p:spPr>
          <a:xfrm>
            <a:off x="2499625" y="0"/>
            <a:ext cx="6812700" cy="35628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185" name="Google Shape;185;p30"/>
          <p:cNvSpPr/>
          <p:nvPr/>
        </p:nvSpPr>
        <p:spPr>
          <a:xfrm>
            <a:off x="50" y="1437250"/>
            <a:ext cx="9312300" cy="39546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pic>
        <p:nvPicPr>
          <p:cNvPr id="186" name="Google Shape;186;p30"/>
          <p:cNvPicPr preferRelativeResize="0"/>
          <p:nvPr/>
        </p:nvPicPr>
        <p:blipFill rotWithShape="1">
          <a:blip r:embed="rId3">
            <a:alphaModFix/>
          </a:blip>
          <a:srcRect b="0" l="10509" r="60429" t="62545"/>
          <a:stretch/>
        </p:blipFill>
        <p:spPr>
          <a:xfrm>
            <a:off x="0" y="0"/>
            <a:ext cx="3943798" cy="2652951"/>
          </a:xfrm>
          <a:prstGeom prst="rect">
            <a:avLst/>
          </a:prstGeom>
          <a:noFill/>
          <a:ln>
            <a:noFill/>
          </a:ln>
        </p:spPr>
      </p:pic>
      <p:sp>
        <p:nvSpPr>
          <p:cNvPr id="187" name="Google Shape;187;p30"/>
          <p:cNvSpPr txBox="1"/>
          <p:nvPr>
            <p:ph idx="1" type="body"/>
          </p:nvPr>
        </p:nvSpPr>
        <p:spPr>
          <a:xfrm>
            <a:off x="1341400" y="3338325"/>
            <a:ext cx="2196900" cy="15168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SzPts val="1100"/>
              <a:buChar char="●"/>
              <a:defRPr sz="1100"/>
            </a:lvl1pPr>
            <a:lvl2pPr indent="-273050" lvl="1" marL="914400">
              <a:spcBef>
                <a:spcPts val="0"/>
              </a:spcBef>
              <a:spcAft>
                <a:spcPts val="0"/>
              </a:spcAft>
              <a:buSzPts val="700"/>
              <a:buChar char="○"/>
              <a:defRPr sz="700"/>
            </a:lvl2pPr>
            <a:lvl3pPr indent="-273050" lvl="2" marL="1371600">
              <a:spcBef>
                <a:spcPts val="0"/>
              </a:spcBef>
              <a:spcAft>
                <a:spcPts val="0"/>
              </a:spcAft>
              <a:buSzPts val="700"/>
              <a:buChar char="■"/>
              <a:defRPr sz="700"/>
            </a:lvl3pPr>
            <a:lvl4pPr indent="-273050" lvl="3" marL="1828800">
              <a:spcBef>
                <a:spcPts val="0"/>
              </a:spcBef>
              <a:spcAft>
                <a:spcPts val="0"/>
              </a:spcAft>
              <a:buSzPts val="700"/>
              <a:buChar char="●"/>
              <a:defRPr sz="700"/>
            </a:lvl4pPr>
            <a:lvl5pPr indent="-273050" lvl="4" marL="2286000">
              <a:spcBef>
                <a:spcPts val="0"/>
              </a:spcBef>
              <a:spcAft>
                <a:spcPts val="0"/>
              </a:spcAft>
              <a:buSzPts val="700"/>
              <a:buChar char="○"/>
              <a:defRPr sz="700"/>
            </a:lvl5pPr>
            <a:lvl6pPr indent="-273050" lvl="5" marL="2743200">
              <a:spcBef>
                <a:spcPts val="0"/>
              </a:spcBef>
              <a:spcAft>
                <a:spcPts val="0"/>
              </a:spcAft>
              <a:buSzPts val="700"/>
              <a:buChar char="■"/>
              <a:defRPr sz="700"/>
            </a:lvl6pPr>
            <a:lvl7pPr indent="-273050" lvl="6" marL="3200400">
              <a:spcBef>
                <a:spcPts val="0"/>
              </a:spcBef>
              <a:spcAft>
                <a:spcPts val="0"/>
              </a:spcAft>
              <a:buSzPts val="700"/>
              <a:buChar char="●"/>
              <a:defRPr sz="700"/>
            </a:lvl7pPr>
            <a:lvl8pPr indent="-273050" lvl="7" marL="3657600">
              <a:spcBef>
                <a:spcPts val="0"/>
              </a:spcBef>
              <a:spcAft>
                <a:spcPts val="0"/>
              </a:spcAft>
              <a:buSzPts val="700"/>
              <a:buChar char="○"/>
              <a:defRPr sz="700"/>
            </a:lvl8pPr>
            <a:lvl9pPr indent="-273050" lvl="8" marL="4114800">
              <a:spcBef>
                <a:spcPts val="0"/>
              </a:spcBef>
              <a:spcAft>
                <a:spcPts val="0"/>
              </a:spcAft>
              <a:buSzPts val="700"/>
              <a:buChar char="■"/>
              <a:defRPr sz="700"/>
            </a:lvl9pPr>
          </a:lstStyle>
          <a:p/>
        </p:txBody>
      </p:sp>
      <p:sp>
        <p:nvSpPr>
          <p:cNvPr id="188" name="Google Shape;188;p30"/>
          <p:cNvSpPr/>
          <p:nvPr>
            <p:ph idx="2" type="pic"/>
          </p:nvPr>
        </p:nvSpPr>
        <p:spPr>
          <a:xfrm>
            <a:off x="1341425" y="556075"/>
            <a:ext cx="2196900" cy="2416200"/>
          </a:xfrm>
          <a:prstGeom prst="rect">
            <a:avLst/>
          </a:prstGeom>
          <a:noFill/>
          <a:ln>
            <a:noFill/>
          </a:ln>
        </p:spPr>
      </p:sp>
      <p:sp>
        <p:nvSpPr>
          <p:cNvPr id="189" name="Google Shape;189;p30"/>
          <p:cNvSpPr txBox="1"/>
          <p:nvPr>
            <p:ph idx="3" type="subTitle"/>
          </p:nvPr>
        </p:nvSpPr>
        <p:spPr>
          <a:xfrm>
            <a:off x="1341225" y="3002408"/>
            <a:ext cx="2196900" cy="305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b="1" sz="1400"/>
            </a:lvl1pPr>
            <a:lvl2pPr lvl="1">
              <a:spcBef>
                <a:spcPts val="0"/>
              </a:spcBef>
              <a:spcAft>
                <a:spcPts val="0"/>
              </a:spcAft>
              <a:buSzPts val="1400"/>
              <a:buNone/>
              <a:defRPr b="1"/>
            </a:lvl2pPr>
            <a:lvl3pPr lvl="2">
              <a:spcBef>
                <a:spcPts val="0"/>
              </a:spcBef>
              <a:spcAft>
                <a:spcPts val="0"/>
              </a:spcAft>
              <a:buSzPts val="1400"/>
              <a:buNone/>
              <a:defRPr b="1"/>
            </a:lvl3pPr>
            <a:lvl4pPr lvl="3">
              <a:spcBef>
                <a:spcPts val="0"/>
              </a:spcBef>
              <a:spcAft>
                <a:spcPts val="0"/>
              </a:spcAft>
              <a:buSzPts val="1400"/>
              <a:buNone/>
              <a:defRPr b="1"/>
            </a:lvl4pPr>
            <a:lvl5pPr lvl="4">
              <a:spcBef>
                <a:spcPts val="0"/>
              </a:spcBef>
              <a:spcAft>
                <a:spcPts val="0"/>
              </a:spcAft>
              <a:buSzPts val="1400"/>
              <a:buNone/>
              <a:defRPr b="1"/>
            </a:lvl5pPr>
            <a:lvl6pPr lvl="5">
              <a:spcBef>
                <a:spcPts val="0"/>
              </a:spcBef>
              <a:spcAft>
                <a:spcPts val="0"/>
              </a:spcAft>
              <a:buSzPts val="1400"/>
              <a:buNone/>
              <a:defRPr b="1"/>
            </a:lvl6pPr>
            <a:lvl7pPr lvl="6">
              <a:spcBef>
                <a:spcPts val="0"/>
              </a:spcBef>
              <a:spcAft>
                <a:spcPts val="0"/>
              </a:spcAft>
              <a:buSzPts val="1400"/>
              <a:buNone/>
              <a:defRPr b="1"/>
            </a:lvl7pPr>
            <a:lvl8pPr lvl="7">
              <a:spcBef>
                <a:spcPts val="0"/>
              </a:spcBef>
              <a:spcAft>
                <a:spcPts val="0"/>
              </a:spcAft>
              <a:buSzPts val="1400"/>
              <a:buNone/>
              <a:defRPr b="1"/>
            </a:lvl8pPr>
            <a:lvl9pPr lvl="8">
              <a:spcBef>
                <a:spcPts val="0"/>
              </a:spcBef>
              <a:spcAft>
                <a:spcPts val="0"/>
              </a:spcAft>
              <a:buSzPts val="1400"/>
              <a:buNone/>
              <a:defRPr b="1"/>
            </a:lvl9pPr>
          </a:lstStyle>
          <a:p/>
        </p:txBody>
      </p:sp>
      <p:sp>
        <p:nvSpPr>
          <p:cNvPr id="190" name="Google Shape;190;p30"/>
          <p:cNvSpPr txBox="1"/>
          <p:nvPr>
            <p:ph idx="4" type="body"/>
          </p:nvPr>
        </p:nvSpPr>
        <p:spPr>
          <a:xfrm>
            <a:off x="3943789" y="3338325"/>
            <a:ext cx="2196900" cy="15168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SzPts val="1100"/>
              <a:buChar char="●"/>
              <a:defRPr sz="1100"/>
            </a:lvl1pPr>
            <a:lvl2pPr indent="-273050" lvl="1" marL="914400">
              <a:spcBef>
                <a:spcPts val="0"/>
              </a:spcBef>
              <a:spcAft>
                <a:spcPts val="0"/>
              </a:spcAft>
              <a:buSzPts val="700"/>
              <a:buChar char="○"/>
              <a:defRPr sz="700"/>
            </a:lvl2pPr>
            <a:lvl3pPr indent="-273050" lvl="2" marL="1371600">
              <a:spcBef>
                <a:spcPts val="0"/>
              </a:spcBef>
              <a:spcAft>
                <a:spcPts val="0"/>
              </a:spcAft>
              <a:buSzPts val="700"/>
              <a:buChar char="■"/>
              <a:defRPr sz="700"/>
            </a:lvl3pPr>
            <a:lvl4pPr indent="-273050" lvl="3" marL="1828800">
              <a:spcBef>
                <a:spcPts val="0"/>
              </a:spcBef>
              <a:spcAft>
                <a:spcPts val="0"/>
              </a:spcAft>
              <a:buSzPts val="700"/>
              <a:buChar char="●"/>
              <a:defRPr sz="700"/>
            </a:lvl4pPr>
            <a:lvl5pPr indent="-273050" lvl="4" marL="2286000">
              <a:spcBef>
                <a:spcPts val="0"/>
              </a:spcBef>
              <a:spcAft>
                <a:spcPts val="0"/>
              </a:spcAft>
              <a:buSzPts val="700"/>
              <a:buChar char="○"/>
              <a:defRPr sz="700"/>
            </a:lvl5pPr>
            <a:lvl6pPr indent="-273050" lvl="5" marL="2743200">
              <a:spcBef>
                <a:spcPts val="0"/>
              </a:spcBef>
              <a:spcAft>
                <a:spcPts val="0"/>
              </a:spcAft>
              <a:buSzPts val="700"/>
              <a:buChar char="■"/>
              <a:defRPr sz="700"/>
            </a:lvl6pPr>
            <a:lvl7pPr indent="-273050" lvl="6" marL="3200400">
              <a:spcBef>
                <a:spcPts val="0"/>
              </a:spcBef>
              <a:spcAft>
                <a:spcPts val="0"/>
              </a:spcAft>
              <a:buSzPts val="700"/>
              <a:buChar char="●"/>
              <a:defRPr sz="700"/>
            </a:lvl7pPr>
            <a:lvl8pPr indent="-273050" lvl="7" marL="3657600">
              <a:spcBef>
                <a:spcPts val="0"/>
              </a:spcBef>
              <a:spcAft>
                <a:spcPts val="0"/>
              </a:spcAft>
              <a:buSzPts val="700"/>
              <a:buChar char="○"/>
              <a:defRPr sz="700"/>
            </a:lvl8pPr>
            <a:lvl9pPr indent="-273050" lvl="8" marL="4114800">
              <a:spcBef>
                <a:spcPts val="0"/>
              </a:spcBef>
              <a:spcAft>
                <a:spcPts val="0"/>
              </a:spcAft>
              <a:buSzPts val="700"/>
              <a:buChar char="■"/>
              <a:defRPr sz="700"/>
            </a:lvl9pPr>
          </a:lstStyle>
          <a:p/>
        </p:txBody>
      </p:sp>
      <p:sp>
        <p:nvSpPr>
          <p:cNvPr id="191" name="Google Shape;191;p30"/>
          <p:cNvSpPr/>
          <p:nvPr>
            <p:ph idx="5" type="pic"/>
          </p:nvPr>
        </p:nvSpPr>
        <p:spPr>
          <a:xfrm>
            <a:off x="3943804" y="556075"/>
            <a:ext cx="2196900" cy="2416200"/>
          </a:xfrm>
          <a:prstGeom prst="rect">
            <a:avLst/>
          </a:prstGeom>
          <a:noFill/>
          <a:ln>
            <a:noFill/>
          </a:ln>
        </p:spPr>
      </p:sp>
      <p:sp>
        <p:nvSpPr>
          <p:cNvPr id="192" name="Google Shape;192;p30"/>
          <p:cNvSpPr txBox="1"/>
          <p:nvPr>
            <p:ph idx="6" type="subTitle"/>
          </p:nvPr>
        </p:nvSpPr>
        <p:spPr>
          <a:xfrm>
            <a:off x="3943609" y="3002408"/>
            <a:ext cx="2196900" cy="305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b="1" sz="1400"/>
            </a:lvl1pPr>
            <a:lvl2pPr lvl="1">
              <a:spcBef>
                <a:spcPts val="0"/>
              </a:spcBef>
              <a:spcAft>
                <a:spcPts val="0"/>
              </a:spcAft>
              <a:buSzPts val="1400"/>
              <a:buNone/>
              <a:defRPr b="1"/>
            </a:lvl2pPr>
            <a:lvl3pPr lvl="2">
              <a:spcBef>
                <a:spcPts val="0"/>
              </a:spcBef>
              <a:spcAft>
                <a:spcPts val="0"/>
              </a:spcAft>
              <a:buSzPts val="1400"/>
              <a:buNone/>
              <a:defRPr b="1"/>
            </a:lvl3pPr>
            <a:lvl4pPr lvl="3">
              <a:spcBef>
                <a:spcPts val="0"/>
              </a:spcBef>
              <a:spcAft>
                <a:spcPts val="0"/>
              </a:spcAft>
              <a:buSzPts val="1400"/>
              <a:buNone/>
              <a:defRPr b="1"/>
            </a:lvl4pPr>
            <a:lvl5pPr lvl="4">
              <a:spcBef>
                <a:spcPts val="0"/>
              </a:spcBef>
              <a:spcAft>
                <a:spcPts val="0"/>
              </a:spcAft>
              <a:buSzPts val="1400"/>
              <a:buNone/>
              <a:defRPr b="1"/>
            </a:lvl5pPr>
            <a:lvl6pPr lvl="5">
              <a:spcBef>
                <a:spcPts val="0"/>
              </a:spcBef>
              <a:spcAft>
                <a:spcPts val="0"/>
              </a:spcAft>
              <a:buSzPts val="1400"/>
              <a:buNone/>
              <a:defRPr b="1"/>
            </a:lvl6pPr>
            <a:lvl7pPr lvl="6">
              <a:spcBef>
                <a:spcPts val="0"/>
              </a:spcBef>
              <a:spcAft>
                <a:spcPts val="0"/>
              </a:spcAft>
              <a:buSzPts val="1400"/>
              <a:buNone/>
              <a:defRPr b="1"/>
            </a:lvl7pPr>
            <a:lvl8pPr lvl="7">
              <a:spcBef>
                <a:spcPts val="0"/>
              </a:spcBef>
              <a:spcAft>
                <a:spcPts val="0"/>
              </a:spcAft>
              <a:buSzPts val="1400"/>
              <a:buNone/>
              <a:defRPr b="1"/>
            </a:lvl8pPr>
            <a:lvl9pPr lvl="8">
              <a:spcBef>
                <a:spcPts val="0"/>
              </a:spcBef>
              <a:spcAft>
                <a:spcPts val="0"/>
              </a:spcAft>
              <a:buSzPts val="1400"/>
              <a:buNone/>
              <a:defRPr b="1"/>
            </a:lvl9pPr>
          </a:lstStyle>
          <a:p/>
        </p:txBody>
      </p:sp>
      <p:sp>
        <p:nvSpPr>
          <p:cNvPr id="193" name="Google Shape;193;p30"/>
          <p:cNvSpPr txBox="1"/>
          <p:nvPr>
            <p:ph idx="7" type="body"/>
          </p:nvPr>
        </p:nvSpPr>
        <p:spPr>
          <a:xfrm>
            <a:off x="6487599" y="3338340"/>
            <a:ext cx="2196900" cy="15168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SzPts val="1100"/>
              <a:buChar char="●"/>
              <a:defRPr sz="1100"/>
            </a:lvl1pPr>
            <a:lvl2pPr indent="-273050" lvl="1" marL="914400">
              <a:spcBef>
                <a:spcPts val="0"/>
              </a:spcBef>
              <a:spcAft>
                <a:spcPts val="0"/>
              </a:spcAft>
              <a:buSzPts val="700"/>
              <a:buChar char="○"/>
              <a:defRPr sz="700"/>
            </a:lvl2pPr>
            <a:lvl3pPr indent="-273050" lvl="2" marL="1371600">
              <a:spcBef>
                <a:spcPts val="0"/>
              </a:spcBef>
              <a:spcAft>
                <a:spcPts val="0"/>
              </a:spcAft>
              <a:buSzPts val="700"/>
              <a:buChar char="■"/>
              <a:defRPr sz="700"/>
            </a:lvl3pPr>
            <a:lvl4pPr indent="-273050" lvl="3" marL="1828800">
              <a:spcBef>
                <a:spcPts val="0"/>
              </a:spcBef>
              <a:spcAft>
                <a:spcPts val="0"/>
              </a:spcAft>
              <a:buSzPts val="700"/>
              <a:buChar char="●"/>
              <a:defRPr sz="700"/>
            </a:lvl4pPr>
            <a:lvl5pPr indent="-273050" lvl="4" marL="2286000">
              <a:spcBef>
                <a:spcPts val="0"/>
              </a:spcBef>
              <a:spcAft>
                <a:spcPts val="0"/>
              </a:spcAft>
              <a:buSzPts val="700"/>
              <a:buChar char="○"/>
              <a:defRPr sz="700"/>
            </a:lvl5pPr>
            <a:lvl6pPr indent="-273050" lvl="5" marL="2743200">
              <a:spcBef>
                <a:spcPts val="0"/>
              </a:spcBef>
              <a:spcAft>
                <a:spcPts val="0"/>
              </a:spcAft>
              <a:buSzPts val="700"/>
              <a:buChar char="■"/>
              <a:defRPr sz="700"/>
            </a:lvl6pPr>
            <a:lvl7pPr indent="-273050" lvl="6" marL="3200400">
              <a:spcBef>
                <a:spcPts val="0"/>
              </a:spcBef>
              <a:spcAft>
                <a:spcPts val="0"/>
              </a:spcAft>
              <a:buSzPts val="700"/>
              <a:buChar char="●"/>
              <a:defRPr sz="700"/>
            </a:lvl7pPr>
            <a:lvl8pPr indent="-273050" lvl="7" marL="3657600">
              <a:spcBef>
                <a:spcPts val="0"/>
              </a:spcBef>
              <a:spcAft>
                <a:spcPts val="0"/>
              </a:spcAft>
              <a:buSzPts val="700"/>
              <a:buChar char="○"/>
              <a:defRPr sz="700"/>
            </a:lvl8pPr>
            <a:lvl9pPr indent="-273050" lvl="8" marL="4114800">
              <a:spcBef>
                <a:spcPts val="0"/>
              </a:spcBef>
              <a:spcAft>
                <a:spcPts val="0"/>
              </a:spcAft>
              <a:buSzPts val="700"/>
              <a:buChar char="■"/>
              <a:defRPr sz="700"/>
            </a:lvl9pPr>
          </a:lstStyle>
          <a:p/>
        </p:txBody>
      </p:sp>
      <p:sp>
        <p:nvSpPr>
          <p:cNvPr id="194" name="Google Shape;194;p30"/>
          <p:cNvSpPr/>
          <p:nvPr>
            <p:ph idx="8" type="pic"/>
          </p:nvPr>
        </p:nvSpPr>
        <p:spPr>
          <a:xfrm>
            <a:off x="6487604" y="556095"/>
            <a:ext cx="2196900" cy="2416200"/>
          </a:xfrm>
          <a:prstGeom prst="rect">
            <a:avLst/>
          </a:prstGeom>
          <a:noFill/>
          <a:ln>
            <a:noFill/>
          </a:ln>
        </p:spPr>
      </p:sp>
      <p:sp>
        <p:nvSpPr>
          <p:cNvPr id="195" name="Google Shape;195;p30"/>
          <p:cNvSpPr txBox="1"/>
          <p:nvPr>
            <p:ph idx="9" type="subTitle"/>
          </p:nvPr>
        </p:nvSpPr>
        <p:spPr>
          <a:xfrm>
            <a:off x="6487415" y="3002421"/>
            <a:ext cx="2196900" cy="305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b="1" sz="1400"/>
            </a:lvl1pPr>
            <a:lvl2pPr lvl="1">
              <a:spcBef>
                <a:spcPts val="0"/>
              </a:spcBef>
              <a:spcAft>
                <a:spcPts val="0"/>
              </a:spcAft>
              <a:buSzPts val="1400"/>
              <a:buNone/>
              <a:defRPr b="1"/>
            </a:lvl2pPr>
            <a:lvl3pPr lvl="2">
              <a:spcBef>
                <a:spcPts val="0"/>
              </a:spcBef>
              <a:spcAft>
                <a:spcPts val="0"/>
              </a:spcAft>
              <a:buSzPts val="1400"/>
              <a:buNone/>
              <a:defRPr b="1"/>
            </a:lvl3pPr>
            <a:lvl4pPr lvl="3">
              <a:spcBef>
                <a:spcPts val="0"/>
              </a:spcBef>
              <a:spcAft>
                <a:spcPts val="0"/>
              </a:spcAft>
              <a:buSzPts val="1400"/>
              <a:buNone/>
              <a:defRPr b="1"/>
            </a:lvl4pPr>
            <a:lvl5pPr lvl="4">
              <a:spcBef>
                <a:spcPts val="0"/>
              </a:spcBef>
              <a:spcAft>
                <a:spcPts val="0"/>
              </a:spcAft>
              <a:buSzPts val="1400"/>
              <a:buNone/>
              <a:defRPr b="1"/>
            </a:lvl5pPr>
            <a:lvl6pPr lvl="5">
              <a:spcBef>
                <a:spcPts val="0"/>
              </a:spcBef>
              <a:spcAft>
                <a:spcPts val="0"/>
              </a:spcAft>
              <a:buSzPts val="1400"/>
              <a:buNone/>
              <a:defRPr b="1"/>
            </a:lvl6pPr>
            <a:lvl7pPr lvl="6">
              <a:spcBef>
                <a:spcPts val="0"/>
              </a:spcBef>
              <a:spcAft>
                <a:spcPts val="0"/>
              </a:spcAft>
              <a:buSzPts val="1400"/>
              <a:buNone/>
              <a:defRPr b="1"/>
            </a:lvl7pPr>
            <a:lvl8pPr lvl="7">
              <a:spcBef>
                <a:spcPts val="0"/>
              </a:spcBef>
              <a:spcAft>
                <a:spcPts val="0"/>
              </a:spcAft>
              <a:buSzPts val="1400"/>
              <a:buNone/>
              <a:defRPr b="1"/>
            </a:lvl8pPr>
            <a:lvl9pPr lvl="8">
              <a:spcBef>
                <a:spcPts val="0"/>
              </a:spcBef>
              <a:spcAft>
                <a:spcPts val="0"/>
              </a:spcAft>
              <a:buSzPts val="1400"/>
              <a:buNone/>
              <a:defRPr b="1"/>
            </a:lvl9pPr>
          </a:lstStyle>
          <a:p/>
        </p:txBody>
      </p:sp>
      <p:pic>
        <p:nvPicPr>
          <p:cNvPr id="196" name="Google Shape;196;p30"/>
          <p:cNvPicPr preferRelativeResize="0"/>
          <p:nvPr/>
        </p:nvPicPr>
        <p:blipFill>
          <a:blip r:embed="rId4">
            <a:alphaModFix/>
          </a:blip>
          <a:stretch>
            <a:fillRect/>
          </a:stretch>
        </p:blipFill>
        <p:spPr>
          <a:xfrm>
            <a:off x="325504" y="556102"/>
            <a:ext cx="705144" cy="986949"/>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cards - Red">
  <p:cSld name="TITLE_AND_BODY_1_1_1_1_1_1_1_1">
    <p:bg>
      <p:bgPr>
        <a:blipFill>
          <a:blip r:embed="rId2">
            <a:alphaModFix/>
          </a:blip>
          <a:stretch>
            <a:fillRect/>
          </a:stretch>
        </a:blipFill>
      </p:bgPr>
    </p:bg>
    <p:spTree>
      <p:nvGrpSpPr>
        <p:cNvPr id="197" name="Shape 197"/>
        <p:cNvGrpSpPr/>
        <p:nvPr/>
      </p:nvGrpSpPr>
      <p:grpSpPr>
        <a:xfrm>
          <a:off x="0" y="0"/>
          <a:ext cx="0" cy="0"/>
          <a:chOff x="0" y="0"/>
          <a:chExt cx="0" cy="0"/>
        </a:xfrm>
      </p:grpSpPr>
      <p:sp>
        <p:nvSpPr>
          <p:cNvPr id="198" name="Google Shape;198;p31"/>
          <p:cNvSpPr/>
          <p:nvPr/>
        </p:nvSpPr>
        <p:spPr>
          <a:xfrm>
            <a:off x="50" y="1758275"/>
            <a:ext cx="9144000" cy="3385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199" name="Google Shape;199;p31"/>
          <p:cNvSpPr/>
          <p:nvPr/>
        </p:nvSpPr>
        <p:spPr>
          <a:xfrm>
            <a:off x="2499625" y="0"/>
            <a:ext cx="6812700" cy="35628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sp>
        <p:nvSpPr>
          <p:cNvPr id="200" name="Google Shape;200;p31"/>
          <p:cNvSpPr/>
          <p:nvPr/>
        </p:nvSpPr>
        <p:spPr>
          <a:xfrm>
            <a:off x="50" y="1437250"/>
            <a:ext cx="9312300" cy="39546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Montserrat"/>
              <a:ea typeface="Montserrat"/>
              <a:cs typeface="Montserrat"/>
              <a:sym typeface="Montserrat"/>
            </a:endParaRPr>
          </a:p>
        </p:txBody>
      </p:sp>
      <p:pic>
        <p:nvPicPr>
          <p:cNvPr id="201" name="Google Shape;201;p31"/>
          <p:cNvPicPr preferRelativeResize="0"/>
          <p:nvPr/>
        </p:nvPicPr>
        <p:blipFill rotWithShape="1">
          <a:blip r:embed="rId3">
            <a:alphaModFix/>
          </a:blip>
          <a:srcRect b="0" l="10509" r="60429" t="62545"/>
          <a:stretch/>
        </p:blipFill>
        <p:spPr>
          <a:xfrm>
            <a:off x="0" y="0"/>
            <a:ext cx="3943798" cy="2652951"/>
          </a:xfrm>
          <a:prstGeom prst="rect">
            <a:avLst/>
          </a:prstGeom>
          <a:noFill/>
          <a:ln>
            <a:noFill/>
          </a:ln>
        </p:spPr>
      </p:pic>
      <p:sp>
        <p:nvSpPr>
          <p:cNvPr id="202" name="Google Shape;202;p31"/>
          <p:cNvSpPr txBox="1"/>
          <p:nvPr>
            <p:ph idx="1" type="body"/>
          </p:nvPr>
        </p:nvSpPr>
        <p:spPr>
          <a:xfrm>
            <a:off x="1341400" y="3338325"/>
            <a:ext cx="2196900" cy="15168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SzPts val="1100"/>
              <a:buChar char="●"/>
              <a:defRPr sz="1100"/>
            </a:lvl1pPr>
            <a:lvl2pPr indent="-273050" lvl="1" marL="914400">
              <a:spcBef>
                <a:spcPts val="0"/>
              </a:spcBef>
              <a:spcAft>
                <a:spcPts val="0"/>
              </a:spcAft>
              <a:buSzPts val="700"/>
              <a:buChar char="○"/>
              <a:defRPr sz="700"/>
            </a:lvl2pPr>
            <a:lvl3pPr indent="-273050" lvl="2" marL="1371600">
              <a:spcBef>
                <a:spcPts val="0"/>
              </a:spcBef>
              <a:spcAft>
                <a:spcPts val="0"/>
              </a:spcAft>
              <a:buSzPts val="700"/>
              <a:buChar char="■"/>
              <a:defRPr sz="700"/>
            </a:lvl3pPr>
            <a:lvl4pPr indent="-273050" lvl="3" marL="1828800">
              <a:spcBef>
                <a:spcPts val="0"/>
              </a:spcBef>
              <a:spcAft>
                <a:spcPts val="0"/>
              </a:spcAft>
              <a:buSzPts val="700"/>
              <a:buChar char="●"/>
              <a:defRPr sz="700"/>
            </a:lvl4pPr>
            <a:lvl5pPr indent="-273050" lvl="4" marL="2286000">
              <a:spcBef>
                <a:spcPts val="0"/>
              </a:spcBef>
              <a:spcAft>
                <a:spcPts val="0"/>
              </a:spcAft>
              <a:buSzPts val="700"/>
              <a:buChar char="○"/>
              <a:defRPr sz="700"/>
            </a:lvl5pPr>
            <a:lvl6pPr indent="-273050" lvl="5" marL="2743200">
              <a:spcBef>
                <a:spcPts val="0"/>
              </a:spcBef>
              <a:spcAft>
                <a:spcPts val="0"/>
              </a:spcAft>
              <a:buSzPts val="700"/>
              <a:buChar char="■"/>
              <a:defRPr sz="700"/>
            </a:lvl6pPr>
            <a:lvl7pPr indent="-273050" lvl="6" marL="3200400">
              <a:spcBef>
                <a:spcPts val="0"/>
              </a:spcBef>
              <a:spcAft>
                <a:spcPts val="0"/>
              </a:spcAft>
              <a:buSzPts val="700"/>
              <a:buChar char="●"/>
              <a:defRPr sz="700"/>
            </a:lvl7pPr>
            <a:lvl8pPr indent="-273050" lvl="7" marL="3657600">
              <a:spcBef>
                <a:spcPts val="0"/>
              </a:spcBef>
              <a:spcAft>
                <a:spcPts val="0"/>
              </a:spcAft>
              <a:buSzPts val="700"/>
              <a:buChar char="○"/>
              <a:defRPr sz="700"/>
            </a:lvl8pPr>
            <a:lvl9pPr indent="-273050" lvl="8" marL="4114800">
              <a:spcBef>
                <a:spcPts val="0"/>
              </a:spcBef>
              <a:spcAft>
                <a:spcPts val="0"/>
              </a:spcAft>
              <a:buSzPts val="700"/>
              <a:buChar char="■"/>
              <a:defRPr sz="700"/>
            </a:lvl9pPr>
          </a:lstStyle>
          <a:p/>
        </p:txBody>
      </p:sp>
      <p:sp>
        <p:nvSpPr>
          <p:cNvPr id="203" name="Google Shape;203;p31"/>
          <p:cNvSpPr/>
          <p:nvPr>
            <p:ph idx="2" type="pic"/>
          </p:nvPr>
        </p:nvSpPr>
        <p:spPr>
          <a:xfrm>
            <a:off x="1341425" y="556075"/>
            <a:ext cx="2196900" cy="2416200"/>
          </a:xfrm>
          <a:prstGeom prst="rect">
            <a:avLst/>
          </a:prstGeom>
          <a:noFill/>
          <a:ln>
            <a:noFill/>
          </a:ln>
        </p:spPr>
      </p:sp>
      <p:sp>
        <p:nvSpPr>
          <p:cNvPr id="204" name="Google Shape;204;p31"/>
          <p:cNvSpPr txBox="1"/>
          <p:nvPr>
            <p:ph idx="3" type="subTitle"/>
          </p:nvPr>
        </p:nvSpPr>
        <p:spPr>
          <a:xfrm>
            <a:off x="1341225" y="3002408"/>
            <a:ext cx="2196900" cy="305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b="1" sz="1400"/>
            </a:lvl1pPr>
            <a:lvl2pPr lvl="1">
              <a:spcBef>
                <a:spcPts val="0"/>
              </a:spcBef>
              <a:spcAft>
                <a:spcPts val="0"/>
              </a:spcAft>
              <a:buSzPts val="1400"/>
              <a:buNone/>
              <a:defRPr b="1"/>
            </a:lvl2pPr>
            <a:lvl3pPr lvl="2">
              <a:spcBef>
                <a:spcPts val="0"/>
              </a:spcBef>
              <a:spcAft>
                <a:spcPts val="0"/>
              </a:spcAft>
              <a:buSzPts val="1400"/>
              <a:buNone/>
              <a:defRPr b="1"/>
            </a:lvl3pPr>
            <a:lvl4pPr lvl="3">
              <a:spcBef>
                <a:spcPts val="0"/>
              </a:spcBef>
              <a:spcAft>
                <a:spcPts val="0"/>
              </a:spcAft>
              <a:buSzPts val="1400"/>
              <a:buNone/>
              <a:defRPr b="1"/>
            </a:lvl4pPr>
            <a:lvl5pPr lvl="4">
              <a:spcBef>
                <a:spcPts val="0"/>
              </a:spcBef>
              <a:spcAft>
                <a:spcPts val="0"/>
              </a:spcAft>
              <a:buSzPts val="1400"/>
              <a:buNone/>
              <a:defRPr b="1"/>
            </a:lvl5pPr>
            <a:lvl6pPr lvl="5">
              <a:spcBef>
                <a:spcPts val="0"/>
              </a:spcBef>
              <a:spcAft>
                <a:spcPts val="0"/>
              </a:spcAft>
              <a:buSzPts val="1400"/>
              <a:buNone/>
              <a:defRPr b="1"/>
            </a:lvl6pPr>
            <a:lvl7pPr lvl="6">
              <a:spcBef>
                <a:spcPts val="0"/>
              </a:spcBef>
              <a:spcAft>
                <a:spcPts val="0"/>
              </a:spcAft>
              <a:buSzPts val="1400"/>
              <a:buNone/>
              <a:defRPr b="1"/>
            </a:lvl7pPr>
            <a:lvl8pPr lvl="7">
              <a:spcBef>
                <a:spcPts val="0"/>
              </a:spcBef>
              <a:spcAft>
                <a:spcPts val="0"/>
              </a:spcAft>
              <a:buSzPts val="1400"/>
              <a:buNone/>
              <a:defRPr b="1"/>
            </a:lvl8pPr>
            <a:lvl9pPr lvl="8">
              <a:spcBef>
                <a:spcPts val="0"/>
              </a:spcBef>
              <a:spcAft>
                <a:spcPts val="0"/>
              </a:spcAft>
              <a:buSzPts val="1400"/>
              <a:buNone/>
              <a:defRPr b="1"/>
            </a:lvl9pPr>
          </a:lstStyle>
          <a:p/>
        </p:txBody>
      </p:sp>
      <p:sp>
        <p:nvSpPr>
          <p:cNvPr id="205" name="Google Shape;205;p31"/>
          <p:cNvSpPr txBox="1"/>
          <p:nvPr>
            <p:ph idx="4" type="body"/>
          </p:nvPr>
        </p:nvSpPr>
        <p:spPr>
          <a:xfrm>
            <a:off x="3943789" y="3338325"/>
            <a:ext cx="2196900" cy="15168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SzPts val="1100"/>
              <a:buChar char="●"/>
              <a:defRPr sz="1100"/>
            </a:lvl1pPr>
            <a:lvl2pPr indent="-273050" lvl="1" marL="914400">
              <a:spcBef>
                <a:spcPts val="0"/>
              </a:spcBef>
              <a:spcAft>
                <a:spcPts val="0"/>
              </a:spcAft>
              <a:buSzPts val="700"/>
              <a:buChar char="○"/>
              <a:defRPr sz="700"/>
            </a:lvl2pPr>
            <a:lvl3pPr indent="-273050" lvl="2" marL="1371600">
              <a:spcBef>
                <a:spcPts val="0"/>
              </a:spcBef>
              <a:spcAft>
                <a:spcPts val="0"/>
              </a:spcAft>
              <a:buSzPts val="700"/>
              <a:buChar char="■"/>
              <a:defRPr sz="700"/>
            </a:lvl3pPr>
            <a:lvl4pPr indent="-273050" lvl="3" marL="1828800">
              <a:spcBef>
                <a:spcPts val="0"/>
              </a:spcBef>
              <a:spcAft>
                <a:spcPts val="0"/>
              </a:spcAft>
              <a:buSzPts val="700"/>
              <a:buChar char="●"/>
              <a:defRPr sz="700"/>
            </a:lvl4pPr>
            <a:lvl5pPr indent="-273050" lvl="4" marL="2286000">
              <a:spcBef>
                <a:spcPts val="0"/>
              </a:spcBef>
              <a:spcAft>
                <a:spcPts val="0"/>
              </a:spcAft>
              <a:buSzPts val="700"/>
              <a:buChar char="○"/>
              <a:defRPr sz="700"/>
            </a:lvl5pPr>
            <a:lvl6pPr indent="-273050" lvl="5" marL="2743200">
              <a:spcBef>
                <a:spcPts val="0"/>
              </a:spcBef>
              <a:spcAft>
                <a:spcPts val="0"/>
              </a:spcAft>
              <a:buSzPts val="700"/>
              <a:buChar char="■"/>
              <a:defRPr sz="700"/>
            </a:lvl6pPr>
            <a:lvl7pPr indent="-273050" lvl="6" marL="3200400">
              <a:spcBef>
                <a:spcPts val="0"/>
              </a:spcBef>
              <a:spcAft>
                <a:spcPts val="0"/>
              </a:spcAft>
              <a:buSzPts val="700"/>
              <a:buChar char="●"/>
              <a:defRPr sz="700"/>
            </a:lvl7pPr>
            <a:lvl8pPr indent="-273050" lvl="7" marL="3657600">
              <a:spcBef>
                <a:spcPts val="0"/>
              </a:spcBef>
              <a:spcAft>
                <a:spcPts val="0"/>
              </a:spcAft>
              <a:buSzPts val="700"/>
              <a:buChar char="○"/>
              <a:defRPr sz="700"/>
            </a:lvl8pPr>
            <a:lvl9pPr indent="-273050" lvl="8" marL="4114800">
              <a:spcBef>
                <a:spcPts val="0"/>
              </a:spcBef>
              <a:spcAft>
                <a:spcPts val="0"/>
              </a:spcAft>
              <a:buSzPts val="700"/>
              <a:buChar char="■"/>
              <a:defRPr sz="700"/>
            </a:lvl9pPr>
          </a:lstStyle>
          <a:p/>
        </p:txBody>
      </p:sp>
      <p:sp>
        <p:nvSpPr>
          <p:cNvPr id="206" name="Google Shape;206;p31"/>
          <p:cNvSpPr/>
          <p:nvPr>
            <p:ph idx="5" type="pic"/>
          </p:nvPr>
        </p:nvSpPr>
        <p:spPr>
          <a:xfrm>
            <a:off x="3943804" y="556075"/>
            <a:ext cx="2196900" cy="2416200"/>
          </a:xfrm>
          <a:prstGeom prst="rect">
            <a:avLst/>
          </a:prstGeom>
          <a:noFill/>
          <a:ln>
            <a:noFill/>
          </a:ln>
        </p:spPr>
      </p:sp>
      <p:sp>
        <p:nvSpPr>
          <p:cNvPr id="207" name="Google Shape;207;p31"/>
          <p:cNvSpPr txBox="1"/>
          <p:nvPr>
            <p:ph idx="6" type="subTitle"/>
          </p:nvPr>
        </p:nvSpPr>
        <p:spPr>
          <a:xfrm>
            <a:off x="3943609" y="3002408"/>
            <a:ext cx="2196900" cy="305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b="1" sz="1400"/>
            </a:lvl1pPr>
            <a:lvl2pPr lvl="1">
              <a:spcBef>
                <a:spcPts val="0"/>
              </a:spcBef>
              <a:spcAft>
                <a:spcPts val="0"/>
              </a:spcAft>
              <a:buSzPts val="1400"/>
              <a:buNone/>
              <a:defRPr b="1"/>
            </a:lvl2pPr>
            <a:lvl3pPr lvl="2">
              <a:spcBef>
                <a:spcPts val="0"/>
              </a:spcBef>
              <a:spcAft>
                <a:spcPts val="0"/>
              </a:spcAft>
              <a:buSzPts val="1400"/>
              <a:buNone/>
              <a:defRPr b="1"/>
            </a:lvl3pPr>
            <a:lvl4pPr lvl="3">
              <a:spcBef>
                <a:spcPts val="0"/>
              </a:spcBef>
              <a:spcAft>
                <a:spcPts val="0"/>
              </a:spcAft>
              <a:buSzPts val="1400"/>
              <a:buNone/>
              <a:defRPr b="1"/>
            </a:lvl4pPr>
            <a:lvl5pPr lvl="4">
              <a:spcBef>
                <a:spcPts val="0"/>
              </a:spcBef>
              <a:spcAft>
                <a:spcPts val="0"/>
              </a:spcAft>
              <a:buSzPts val="1400"/>
              <a:buNone/>
              <a:defRPr b="1"/>
            </a:lvl5pPr>
            <a:lvl6pPr lvl="5">
              <a:spcBef>
                <a:spcPts val="0"/>
              </a:spcBef>
              <a:spcAft>
                <a:spcPts val="0"/>
              </a:spcAft>
              <a:buSzPts val="1400"/>
              <a:buNone/>
              <a:defRPr b="1"/>
            </a:lvl6pPr>
            <a:lvl7pPr lvl="6">
              <a:spcBef>
                <a:spcPts val="0"/>
              </a:spcBef>
              <a:spcAft>
                <a:spcPts val="0"/>
              </a:spcAft>
              <a:buSzPts val="1400"/>
              <a:buNone/>
              <a:defRPr b="1"/>
            </a:lvl7pPr>
            <a:lvl8pPr lvl="7">
              <a:spcBef>
                <a:spcPts val="0"/>
              </a:spcBef>
              <a:spcAft>
                <a:spcPts val="0"/>
              </a:spcAft>
              <a:buSzPts val="1400"/>
              <a:buNone/>
              <a:defRPr b="1"/>
            </a:lvl8pPr>
            <a:lvl9pPr lvl="8">
              <a:spcBef>
                <a:spcPts val="0"/>
              </a:spcBef>
              <a:spcAft>
                <a:spcPts val="0"/>
              </a:spcAft>
              <a:buSzPts val="1400"/>
              <a:buNone/>
              <a:defRPr b="1"/>
            </a:lvl9pPr>
          </a:lstStyle>
          <a:p/>
        </p:txBody>
      </p:sp>
      <p:sp>
        <p:nvSpPr>
          <p:cNvPr id="208" name="Google Shape;208;p31"/>
          <p:cNvSpPr txBox="1"/>
          <p:nvPr>
            <p:ph idx="7" type="body"/>
          </p:nvPr>
        </p:nvSpPr>
        <p:spPr>
          <a:xfrm>
            <a:off x="6487599" y="3338340"/>
            <a:ext cx="2196900" cy="1516800"/>
          </a:xfrm>
          <a:prstGeom prst="rect">
            <a:avLst/>
          </a:prstGeom>
        </p:spPr>
        <p:txBody>
          <a:bodyPr anchorCtr="0" anchor="t" bIns="91425" lIns="91425" spcFirstLastPara="1" rIns="91425" wrap="square" tIns="91425">
            <a:normAutofit/>
          </a:bodyPr>
          <a:lstStyle>
            <a:lvl1pPr indent="-298450" lvl="0" marL="457200">
              <a:spcBef>
                <a:spcPts val="0"/>
              </a:spcBef>
              <a:spcAft>
                <a:spcPts val="0"/>
              </a:spcAft>
              <a:buSzPts val="1100"/>
              <a:buChar char="●"/>
              <a:defRPr sz="1100"/>
            </a:lvl1pPr>
            <a:lvl2pPr indent="-273050" lvl="1" marL="914400">
              <a:spcBef>
                <a:spcPts val="0"/>
              </a:spcBef>
              <a:spcAft>
                <a:spcPts val="0"/>
              </a:spcAft>
              <a:buSzPts val="700"/>
              <a:buChar char="○"/>
              <a:defRPr sz="700"/>
            </a:lvl2pPr>
            <a:lvl3pPr indent="-273050" lvl="2" marL="1371600">
              <a:spcBef>
                <a:spcPts val="0"/>
              </a:spcBef>
              <a:spcAft>
                <a:spcPts val="0"/>
              </a:spcAft>
              <a:buSzPts val="700"/>
              <a:buChar char="■"/>
              <a:defRPr sz="700"/>
            </a:lvl3pPr>
            <a:lvl4pPr indent="-273050" lvl="3" marL="1828800">
              <a:spcBef>
                <a:spcPts val="0"/>
              </a:spcBef>
              <a:spcAft>
                <a:spcPts val="0"/>
              </a:spcAft>
              <a:buSzPts val="700"/>
              <a:buChar char="●"/>
              <a:defRPr sz="700"/>
            </a:lvl4pPr>
            <a:lvl5pPr indent="-273050" lvl="4" marL="2286000">
              <a:spcBef>
                <a:spcPts val="0"/>
              </a:spcBef>
              <a:spcAft>
                <a:spcPts val="0"/>
              </a:spcAft>
              <a:buSzPts val="700"/>
              <a:buChar char="○"/>
              <a:defRPr sz="700"/>
            </a:lvl5pPr>
            <a:lvl6pPr indent="-273050" lvl="5" marL="2743200">
              <a:spcBef>
                <a:spcPts val="0"/>
              </a:spcBef>
              <a:spcAft>
                <a:spcPts val="0"/>
              </a:spcAft>
              <a:buSzPts val="700"/>
              <a:buChar char="■"/>
              <a:defRPr sz="700"/>
            </a:lvl6pPr>
            <a:lvl7pPr indent="-273050" lvl="6" marL="3200400">
              <a:spcBef>
                <a:spcPts val="0"/>
              </a:spcBef>
              <a:spcAft>
                <a:spcPts val="0"/>
              </a:spcAft>
              <a:buSzPts val="700"/>
              <a:buChar char="●"/>
              <a:defRPr sz="700"/>
            </a:lvl7pPr>
            <a:lvl8pPr indent="-273050" lvl="7" marL="3657600">
              <a:spcBef>
                <a:spcPts val="0"/>
              </a:spcBef>
              <a:spcAft>
                <a:spcPts val="0"/>
              </a:spcAft>
              <a:buSzPts val="700"/>
              <a:buChar char="○"/>
              <a:defRPr sz="700"/>
            </a:lvl8pPr>
            <a:lvl9pPr indent="-273050" lvl="8" marL="4114800">
              <a:spcBef>
                <a:spcPts val="0"/>
              </a:spcBef>
              <a:spcAft>
                <a:spcPts val="0"/>
              </a:spcAft>
              <a:buSzPts val="700"/>
              <a:buChar char="■"/>
              <a:defRPr sz="700"/>
            </a:lvl9pPr>
          </a:lstStyle>
          <a:p/>
        </p:txBody>
      </p:sp>
      <p:sp>
        <p:nvSpPr>
          <p:cNvPr id="209" name="Google Shape;209;p31"/>
          <p:cNvSpPr/>
          <p:nvPr>
            <p:ph idx="8" type="pic"/>
          </p:nvPr>
        </p:nvSpPr>
        <p:spPr>
          <a:xfrm>
            <a:off x="6487604" y="556095"/>
            <a:ext cx="2196900" cy="2416200"/>
          </a:xfrm>
          <a:prstGeom prst="rect">
            <a:avLst/>
          </a:prstGeom>
          <a:noFill/>
          <a:ln>
            <a:noFill/>
          </a:ln>
        </p:spPr>
      </p:sp>
      <p:sp>
        <p:nvSpPr>
          <p:cNvPr id="210" name="Google Shape;210;p31"/>
          <p:cNvSpPr txBox="1"/>
          <p:nvPr>
            <p:ph idx="9" type="subTitle"/>
          </p:nvPr>
        </p:nvSpPr>
        <p:spPr>
          <a:xfrm>
            <a:off x="6487415" y="3002421"/>
            <a:ext cx="2196900" cy="305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b="1" sz="1400"/>
            </a:lvl1pPr>
            <a:lvl2pPr lvl="1">
              <a:spcBef>
                <a:spcPts val="0"/>
              </a:spcBef>
              <a:spcAft>
                <a:spcPts val="0"/>
              </a:spcAft>
              <a:buSzPts val="1400"/>
              <a:buNone/>
              <a:defRPr b="1"/>
            </a:lvl2pPr>
            <a:lvl3pPr lvl="2">
              <a:spcBef>
                <a:spcPts val="0"/>
              </a:spcBef>
              <a:spcAft>
                <a:spcPts val="0"/>
              </a:spcAft>
              <a:buSzPts val="1400"/>
              <a:buNone/>
              <a:defRPr b="1"/>
            </a:lvl3pPr>
            <a:lvl4pPr lvl="3">
              <a:spcBef>
                <a:spcPts val="0"/>
              </a:spcBef>
              <a:spcAft>
                <a:spcPts val="0"/>
              </a:spcAft>
              <a:buSzPts val="1400"/>
              <a:buNone/>
              <a:defRPr b="1"/>
            </a:lvl4pPr>
            <a:lvl5pPr lvl="4">
              <a:spcBef>
                <a:spcPts val="0"/>
              </a:spcBef>
              <a:spcAft>
                <a:spcPts val="0"/>
              </a:spcAft>
              <a:buSzPts val="1400"/>
              <a:buNone/>
              <a:defRPr b="1"/>
            </a:lvl5pPr>
            <a:lvl6pPr lvl="5">
              <a:spcBef>
                <a:spcPts val="0"/>
              </a:spcBef>
              <a:spcAft>
                <a:spcPts val="0"/>
              </a:spcAft>
              <a:buSzPts val="1400"/>
              <a:buNone/>
              <a:defRPr b="1"/>
            </a:lvl6pPr>
            <a:lvl7pPr lvl="6">
              <a:spcBef>
                <a:spcPts val="0"/>
              </a:spcBef>
              <a:spcAft>
                <a:spcPts val="0"/>
              </a:spcAft>
              <a:buSzPts val="1400"/>
              <a:buNone/>
              <a:defRPr b="1"/>
            </a:lvl7pPr>
            <a:lvl8pPr lvl="7">
              <a:spcBef>
                <a:spcPts val="0"/>
              </a:spcBef>
              <a:spcAft>
                <a:spcPts val="0"/>
              </a:spcAft>
              <a:buSzPts val="1400"/>
              <a:buNone/>
              <a:defRPr b="1"/>
            </a:lvl8pPr>
            <a:lvl9pPr lvl="8">
              <a:spcBef>
                <a:spcPts val="0"/>
              </a:spcBef>
              <a:spcAft>
                <a:spcPts val="0"/>
              </a:spcAft>
              <a:buSzPts val="1400"/>
              <a:buNone/>
              <a:defRPr b="1"/>
            </a:lvl9pPr>
          </a:lstStyle>
          <a:p/>
        </p:txBody>
      </p:sp>
      <p:pic>
        <p:nvPicPr>
          <p:cNvPr id="211" name="Google Shape;211;p31"/>
          <p:cNvPicPr preferRelativeResize="0"/>
          <p:nvPr/>
        </p:nvPicPr>
        <p:blipFill>
          <a:blip r:embed="rId4">
            <a:alphaModFix/>
          </a:blip>
          <a:stretch>
            <a:fillRect/>
          </a:stretch>
        </p:blipFill>
        <p:spPr>
          <a:xfrm>
            <a:off x="325504" y="556102"/>
            <a:ext cx="705144" cy="986949"/>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1">
    <p:spTree>
      <p:nvGrpSpPr>
        <p:cNvPr id="212" name="Shape 212"/>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mountain">
  <p:cSld name="TITLE_AND_BODY_1_1_1_1_1_1_1_1_1_1_1_1">
    <p:bg>
      <p:bgPr>
        <a:blipFill>
          <a:blip r:embed="rId2">
            <a:alphaModFix/>
          </a:blip>
          <a:stretch>
            <a:fillRect/>
          </a:stretch>
        </a:blipFill>
      </p:bgPr>
    </p:bg>
    <p:spTree>
      <p:nvGrpSpPr>
        <p:cNvPr id="213" name="Shape 213"/>
        <p:cNvGrpSpPr/>
        <p:nvPr/>
      </p:nvGrpSpPr>
      <p:grpSpPr>
        <a:xfrm>
          <a:off x="0" y="0"/>
          <a:ext cx="0" cy="0"/>
          <a:chOff x="0" y="0"/>
          <a:chExt cx="0" cy="0"/>
        </a:xfrm>
      </p:grpSpPr>
      <p:sp>
        <p:nvSpPr>
          <p:cNvPr id="214" name="Google Shape;214;p3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215" name="Google Shape;215;p33"/>
          <p:cNvPicPr preferRelativeResize="0"/>
          <p:nvPr/>
        </p:nvPicPr>
        <p:blipFill rotWithShape="1">
          <a:blip r:embed="rId3">
            <a:alphaModFix/>
          </a:blip>
          <a:srcRect b="894" l="0" r="0" t="894"/>
          <a:stretch/>
        </p:blipFill>
        <p:spPr>
          <a:xfrm>
            <a:off x="4184900" y="716718"/>
            <a:ext cx="774200" cy="1064150"/>
          </a:xfrm>
          <a:prstGeom prst="rect">
            <a:avLst/>
          </a:prstGeom>
          <a:noFill/>
          <a:ln>
            <a:noFill/>
          </a:ln>
        </p:spPr>
      </p:pic>
      <p:pic>
        <p:nvPicPr>
          <p:cNvPr id="216" name="Google Shape;216;p33"/>
          <p:cNvPicPr preferRelativeResize="0"/>
          <p:nvPr/>
        </p:nvPicPr>
        <p:blipFill>
          <a:blip r:embed="rId4">
            <a:alphaModFix/>
          </a:blip>
          <a:stretch>
            <a:fillRect/>
          </a:stretch>
        </p:blipFill>
        <p:spPr>
          <a:xfrm>
            <a:off x="4080363" y="3872954"/>
            <a:ext cx="983274" cy="421575"/>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
    <p:bg>
      <p:bgPr>
        <a:blipFill>
          <a:blip r:embed="rId2">
            <a:alphaModFix/>
          </a:blip>
          <a:stretch>
            <a:fillRect/>
          </a:stretch>
        </a:blipFill>
      </p:bgPr>
    </p:bg>
    <p:spTree>
      <p:nvGrpSpPr>
        <p:cNvPr id="217" name="Shape 21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1">
  <p:cSld name="TITLE_AND_BODY_2_1">
    <p:spTree>
      <p:nvGrpSpPr>
        <p:cNvPr id="218" name="Shape 218"/>
        <p:cNvGrpSpPr/>
        <p:nvPr/>
      </p:nvGrpSpPr>
      <p:grpSpPr>
        <a:xfrm>
          <a:off x="0" y="0"/>
          <a:ext cx="0" cy="0"/>
          <a:chOff x="0" y="0"/>
          <a:chExt cx="0" cy="0"/>
        </a:xfrm>
      </p:grpSpPr>
      <p:pic>
        <p:nvPicPr>
          <p:cNvPr id="219" name="Google Shape;219;p35"/>
          <p:cNvPicPr preferRelativeResize="0"/>
          <p:nvPr/>
        </p:nvPicPr>
        <p:blipFill rotWithShape="1">
          <a:blip r:embed="rId2">
            <a:alphaModFix amt="25000"/>
          </a:blip>
          <a:srcRect b="0" l="1239" r="1229" t="0"/>
          <a:stretch/>
        </p:blipFill>
        <p:spPr>
          <a:xfrm>
            <a:off x="0" y="-65100"/>
            <a:ext cx="9144000" cy="5273699"/>
          </a:xfrm>
          <a:prstGeom prst="rect">
            <a:avLst/>
          </a:prstGeom>
          <a:noFill/>
          <a:ln>
            <a:noFill/>
          </a:ln>
        </p:spPr>
      </p:pic>
      <p:pic>
        <p:nvPicPr>
          <p:cNvPr id="220" name="Google Shape;220;p35"/>
          <p:cNvPicPr preferRelativeResize="0"/>
          <p:nvPr/>
        </p:nvPicPr>
        <p:blipFill rotWithShape="1">
          <a:blip r:embed="rId3">
            <a:alphaModFix/>
          </a:blip>
          <a:srcRect b="8312" l="0" r="0" t="8312"/>
          <a:stretch/>
        </p:blipFill>
        <p:spPr>
          <a:xfrm>
            <a:off x="-18288" y="-71975"/>
            <a:ext cx="9162286" cy="1206125"/>
          </a:xfrm>
          <a:prstGeom prst="rect">
            <a:avLst/>
          </a:prstGeom>
          <a:noFill/>
          <a:ln>
            <a:noFill/>
          </a:ln>
        </p:spPr>
      </p:pic>
      <p:sp>
        <p:nvSpPr>
          <p:cNvPr id="221" name="Google Shape;221;p3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Clr>
                <a:srgbClr val="FFFFFF"/>
              </a:buClr>
              <a:buSzPts val="2800"/>
              <a:buNone/>
              <a:defRPr>
                <a:solidFill>
                  <a:srgbClr val="FFFFFF"/>
                </a:solidFill>
              </a:defRPr>
            </a:lvl1pPr>
            <a:lvl2pPr lvl="1">
              <a:spcBef>
                <a:spcPts val="0"/>
              </a:spcBef>
              <a:spcAft>
                <a:spcPts val="0"/>
              </a:spcAft>
              <a:buClr>
                <a:srgbClr val="FFFFFF"/>
              </a:buClr>
              <a:buSzPts val="2800"/>
              <a:buNone/>
              <a:defRPr>
                <a:solidFill>
                  <a:srgbClr val="FFFFFF"/>
                </a:solidFill>
              </a:defRPr>
            </a:lvl2pPr>
            <a:lvl3pPr lvl="2">
              <a:spcBef>
                <a:spcPts val="0"/>
              </a:spcBef>
              <a:spcAft>
                <a:spcPts val="0"/>
              </a:spcAft>
              <a:buClr>
                <a:srgbClr val="FFFFFF"/>
              </a:buClr>
              <a:buSzPts val="2800"/>
              <a:buNone/>
              <a:defRPr>
                <a:solidFill>
                  <a:srgbClr val="FFFFFF"/>
                </a:solidFill>
              </a:defRPr>
            </a:lvl3pPr>
            <a:lvl4pPr lvl="3">
              <a:spcBef>
                <a:spcPts val="0"/>
              </a:spcBef>
              <a:spcAft>
                <a:spcPts val="0"/>
              </a:spcAft>
              <a:buClr>
                <a:srgbClr val="FFFFFF"/>
              </a:buClr>
              <a:buSzPts val="2800"/>
              <a:buNone/>
              <a:defRPr>
                <a:solidFill>
                  <a:srgbClr val="FFFFFF"/>
                </a:solidFill>
              </a:defRPr>
            </a:lvl4pPr>
            <a:lvl5pPr lvl="4">
              <a:spcBef>
                <a:spcPts val="0"/>
              </a:spcBef>
              <a:spcAft>
                <a:spcPts val="0"/>
              </a:spcAft>
              <a:buClr>
                <a:srgbClr val="FFFFFF"/>
              </a:buClr>
              <a:buSzPts val="2800"/>
              <a:buNone/>
              <a:defRPr>
                <a:solidFill>
                  <a:srgbClr val="FFFFFF"/>
                </a:solidFill>
              </a:defRPr>
            </a:lvl5pPr>
            <a:lvl6pPr lvl="5">
              <a:spcBef>
                <a:spcPts val="0"/>
              </a:spcBef>
              <a:spcAft>
                <a:spcPts val="0"/>
              </a:spcAft>
              <a:buClr>
                <a:srgbClr val="FFFFFF"/>
              </a:buClr>
              <a:buSzPts val="2800"/>
              <a:buNone/>
              <a:defRPr>
                <a:solidFill>
                  <a:srgbClr val="FFFFFF"/>
                </a:solidFill>
              </a:defRPr>
            </a:lvl6pPr>
            <a:lvl7pPr lvl="6">
              <a:spcBef>
                <a:spcPts val="0"/>
              </a:spcBef>
              <a:spcAft>
                <a:spcPts val="0"/>
              </a:spcAft>
              <a:buClr>
                <a:srgbClr val="FFFFFF"/>
              </a:buClr>
              <a:buSzPts val="2800"/>
              <a:buNone/>
              <a:defRPr>
                <a:solidFill>
                  <a:srgbClr val="FFFFFF"/>
                </a:solidFill>
              </a:defRPr>
            </a:lvl7pPr>
            <a:lvl8pPr lvl="7">
              <a:spcBef>
                <a:spcPts val="0"/>
              </a:spcBef>
              <a:spcAft>
                <a:spcPts val="0"/>
              </a:spcAft>
              <a:buClr>
                <a:srgbClr val="FFFFFF"/>
              </a:buClr>
              <a:buSzPts val="2800"/>
              <a:buNone/>
              <a:defRPr>
                <a:solidFill>
                  <a:srgbClr val="FFFFFF"/>
                </a:solidFill>
              </a:defRPr>
            </a:lvl8pPr>
            <a:lvl9pPr lvl="8">
              <a:spcBef>
                <a:spcPts val="0"/>
              </a:spcBef>
              <a:spcAft>
                <a:spcPts val="0"/>
              </a:spcAft>
              <a:buClr>
                <a:srgbClr val="FFFFFF"/>
              </a:buClr>
              <a:buSzPts val="2800"/>
              <a:buNone/>
              <a:defRPr>
                <a:solidFill>
                  <a:srgbClr val="FFFFFF"/>
                </a:solidFill>
              </a:defRPr>
            </a:lvl9pPr>
          </a:lstStyle>
          <a:p/>
        </p:txBody>
      </p:sp>
      <p:sp>
        <p:nvSpPr>
          <p:cNvPr id="222" name="Google Shape;222;p3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23" name="Google Shape;223;p3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224" name="Google Shape;224;p35"/>
          <p:cNvPicPr preferRelativeResize="0"/>
          <p:nvPr/>
        </p:nvPicPr>
        <p:blipFill>
          <a:blip r:embed="rId4">
            <a:alphaModFix/>
          </a:blip>
          <a:stretch>
            <a:fillRect/>
          </a:stretch>
        </p:blipFill>
        <p:spPr>
          <a:xfrm>
            <a:off x="8264350" y="625850"/>
            <a:ext cx="567939" cy="572698"/>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2">
  <p:cSld name="TITLE_AND_BODY_3">
    <p:spTree>
      <p:nvGrpSpPr>
        <p:cNvPr id="225" name="Shape 225"/>
        <p:cNvGrpSpPr/>
        <p:nvPr/>
      </p:nvGrpSpPr>
      <p:grpSpPr>
        <a:xfrm>
          <a:off x="0" y="0"/>
          <a:ext cx="0" cy="0"/>
          <a:chOff x="0" y="0"/>
          <a:chExt cx="0" cy="0"/>
        </a:xfrm>
      </p:grpSpPr>
      <p:sp>
        <p:nvSpPr>
          <p:cNvPr id="226" name="Google Shape;226;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Clr>
                <a:srgbClr val="12284C"/>
              </a:buClr>
              <a:buSzPts val="2800"/>
              <a:buNone/>
              <a:defRPr>
                <a:solidFill>
                  <a:srgbClr val="12284C"/>
                </a:solidFill>
              </a:defRPr>
            </a:lvl1pPr>
            <a:lvl2pPr lvl="1">
              <a:spcBef>
                <a:spcPts val="0"/>
              </a:spcBef>
              <a:spcAft>
                <a:spcPts val="0"/>
              </a:spcAft>
              <a:buClr>
                <a:srgbClr val="12284C"/>
              </a:buClr>
              <a:buSzPts val="2800"/>
              <a:buNone/>
              <a:defRPr>
                <a:solidFill>
                  <a:srgbClr val="12284C"/>
                </a:solidFill>
              </a:defRPr>
            </a:lvl2pPr>
            <a:lvl3pPr lvl="2">
              <a:spcBef>
                <a:spcPts val="0"/>
              </a:spcBef>
              <a:spcAft>
                <a:spcPts val="0"/>
              </a:spcAft>
              <a:buClr>
                <a:srgbClr val="12284C"/>
              </a:buClr>
              <a:buSzPts val="2800"/>
              <a:buNone/>
              <a:defRPr>
                <a:solidFill>
                  <a:srgbClr val="12284C"/>
                </a:solidFill>
              </a:defRPr>
            </a:lvl3pPr>
            <a:lvl4pPr lvl="3">
              <a:spcBef>
                <a:spcPts val="0"/>
              </a:spcBef>
              <a:spcAft>
                <a:spcPts val="0"/>
              </a:spcAft>
              <a:buClr>
                <a:srgbClr val="12284C"/>
              </a:buClr>
              <a:buSzPts val="2800"/>
              <a:buNone/>
              <a:defRPr>
                <a:solidFill>
                  <a:srgbClr val="12284C"/>
                </a:solidFill>
              </a:defRPr>
            </a:lvl4pPr>
            <a:lvl5pPr lvl="4">
              <a:spcBef>
                <a:spcPts val="0"/>
              </a:spcBef>
              <a:spcAft>
                <a:spcPts val="0"/>
              </a:spcAft>
              <a:buClr>
                <a:srgbClr val="12284C"/>
              </a:buClr>
              <a:buSzPts val="2800"/>
              <a:buNone/>
              <a:defRPr>
                <a:solidFill>
                  <a:srgbClr val="12284C"/>
                </a:solidFill>
              </a:defRPr>
            </a:lvl5pPr>
            <a:lvl6pPr lvl="5">
              <a:spcBef>
                <a:spcPts val="0"/>
              </a:spcBef>
              <a:spcAft>
                <a:spcPts val="0"/>
              </a:spcAft>
              <a:buClr>
                <a:srgbClr val="12284C"/>
              </a:buClr>
              <a:buSzPts val="2800"/>
              <a:buNone/>
              <a:defRPr>
                <a:solidFill>
                  <a:srgbClr val="12284C"/>
                </a:solidFill>
              </a:defRPr>
            </a:lvl6pPr>
            <a:lvl7pPr lvl="6">
              <a:spcBef>
                <a:spcPts val="0"/>
              </a:spcBef>
              <a:spcAft>
                <a:spcPts val="0"/>
              </a:spcAft>
              <a:buClr>
                <a:srgbClr val="12284C"/>
              </a:buClr>
              <a:buSzPts val="2800"/>
              <a:buNone/>
              <a:defRPr>
                <a:solidFill>
                  <a:srgbClr val="12284C"/>
                </a:solidFill>
              </a:defRPr>
            </a:lvl7pPr>
            <a:lvl8pPr lvl="7">
              <a:spcBef>
                <a:spcPts val="0"/>
              </a:spcBef>
              <a:spcAft>
                <a:spcPts val="0"/>
              </a:spcAft>
              <a:buClr>
                <a:srgbClr val="12284C"/>
              </a:buClr>
              <a:buSzPts val="2800"/>
              <a:buNone/>
              <a:defRPr>
                <a:solidFill>
                  <a:srgbClr val="12284C"/>
                </a:solidFill>
              </a:defRPr>
            </a:lvl8pPr>
            <a:lvl9pPr lvl="8">
              <a:spcBef>
                <a:spcPts val="0"/>
              </a:spcBef>
              <a:spcAft>
                <a:spcPts val="0"/>
              </a:spcAft>
              <a:buClr>
                <a:srgbClr val="12284C"/>
              </a:buClr>
              <a:buSzPts val="2800"/>
              <a:buNone/>
              <a:defRPr>
                <a:solidFill>
                  <a:srgbClr val="12284C"/>
                </a:solidFill>
              </a:defRPr>
            </a:lvl9pPr>
          </a:lstStyle>
          <a:p/>
        </p:txBody>
      </p:sp>
      <p:sp>
        <p:nvSpPr>
          <p:cNvPr id="227" name="Google Shape;227;p36"/>
          <p:cNvSpPr txBox="1"/>
          <p:nvPr>
            <p:ph idx="1" type="body"/>
          </p:nvPr>
        </p:nvSpPr>
        <p:spPr>
          <a:xfrm>
            <a:off x="311700" y="1519825"/>
            <a:ext cx="8520600" cy="2709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28" name="Google Shape;228;p3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229" name="Google Shape;229;p36"/>
          <p:cNvPicPr preferRelativeResize="0"/>
          <p:nvPr/>
        </p:nvPicPr>
        <p:blipFill>
          <a:blip r:embed="rId2">
            <a:alphaModFix/>
          </a:blip>
          <a:stretch>
            <a:fillRect/>
          </a:stretch>
        </p:blipFill>
        <p:spPr>
          <a:xfrm>
            <a:off x="8240351" y="478975"/>
            <a:ext cx="638054" cy="643400"/>
          </a:xfrm>
          <a:prstGeom prst="rect">
            <a:avLst/>
          </a:prstGeom>
          <a:noFill/>
          <a:ln>
            <a:noFill/>
          </a:ln>
        </p:spPr>
      </p:pic>
      <p:sp>
        <p:nvSpPr>
          <p:cNvPr id="230" name="Google Shape;230;p36"/>
          <p:cNvSpPr txBox="1"/>
          <p:nvPr>
            <p:ph idx="2" type="subTitle"/>
          </p:nvPr>
        </p:nvSpPr>
        <p:spPr>
          <a:xfrm>
            <a:off x="311700" y="1017725"/>
            <a:ext cx="8520600" cy="572700"/>
          </a:xfrm>
          <a:prstGeom prst="rect">
            <a:avLst/>
          </a:prstGeom>
        </p:spPr>
        <p:txBody>
          <a:bodyPr anchorCtr="0" anchor="b" bIns="91425" lIns="91425" spcFirstLastPara="1" rIns="91425" wrap="square" tIns="91425">
            <a:normAutofit/>
          </a:bodyPr>
          <a:lstStyle>
            <a:lvl1pPr lvl="0">
              <a:spcBef>
                <a:spcPts val="0"/>
              </a:spcBef>
              <a:spcAft>
                <a:spcPts val="0"/>
              </a:spcAft>
              <a:buSzPts val="2000"/>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theme" Target="../theme/theme3.xml"/><Relationship Id="rId14" Type="http://schemas.openxmlformats.org/officeDocument/2006/relationships/slideLayout" Target="../slideLayouts/slideLayout1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4.xml"/><Relationship Id="rId11" Type="http://schemas.openxmlformats.org/officeDocument/2006/relationships/slideLayout" Target="../slideLayouts/slideLayout25.xml"/><Relationship Id="rId10" Type="http://schemas.openxmlformats.org/officeDocument/2006/relationships/slideLayout" Target="../slideLayouts/slideLayout24.xml"/><Relationship Id="rId21" Type="http://schemas.openxmlformats.org/officeDocument/2006/relationships/theme" Target="../theme/theme1.xml"/><Relationship Id="rId13" Type="http://schemas.openxmlformats.org/officeDocument/2006/relationships/slideLayout" Target="../slideLayouts/slideLayout27.xml"/><Relationship Id="rId12" Type="http://schemas.openxmlformats.org/officeDocument/2006/relationships/slideLayout" Target="../slideLayouts/slideLayout26.xml"/><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5" Type="http://schemas.openxmlformats.org/officeDocument/2006/relationships/slideLayout" Target="../slideLayouts/slideLayout29.xml"/><Relationship Id="rId14" Type="http://schemas.openxmlformats.org/officeDocument/2006/relationships/slideLayout" Target="../slideLayouts/slideLayout28.xml"/><Relationship Id="rId17" Type="http://schemas.openxmlformats.org/officeDocument/2006/relationships/slideLayout" Target="../slideLayouts/slideLayout31.xml"/><Relationship Id="rId16" Type="http://schemas.openxmlformats.org/officeDocument/2006/relationships/slideLayout" Target="../slideLayouts/slideLayout30.xml"/><Relationship Id="rId5" Type="http://schemas.openxmlformats.org/officeDocument/2006/relationships/slideLayout" Target="../slideLayouts/slideLayout19.xml"/><Relationship Id="rId19" Type="http://schemas.openxmlformats.org/officeDocument/2006/relationships/slideLayout" Target="../slideLayouts/slideLayout33.xml"/><Relationship Id="rId6" Type="http://schemas.openxmlformats.org/officeDocument/2006/relationships/slideLayout" Target="../slideLayouts/slideLayout20.xml"/><Relationship Id="rId18" Type="http://schemas.openxmlformats.org/officeDocument/2006/relationships/slideLayout" Target="../slideLayouts/slideLayout32.xml"/><Relationship Id="rId7" Type="http://schemas.openxmlformats.org/officeDocument/2006/relationships/slideLayout" Target="../slideLayouts/slideLayout21.xml"/><Relationship Id="rId8"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64" name="Shape 64"/>
        <p:cNvGrpSpPr/>
        <p:nvPr/>
      </p:nvGrpSpPr>
      <p:grpSpPr>
        <a:xfrm>
          <a:off x="0" y="0"/>
          <a:ext cx="0" cy="0"/>
          <a:chOff x="0" y="0"/>
          <a:chExt cx="0" cy="0"/>
        </a:xfrm>
      </p:grpSpPr>
      <p:sp>
        <p:nvSpPr>
          <p:cNvPr id="65" name="Google Shape;65;p1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rgbClr val="12284C"/>
              </a:buClr>
              <a:buSzPts val="2800"/>
              <a:buFont typeface="Montserrat Black"/>
              <a:buNone/>
              <a:defRPr sz="2800">
                <a:solidFill>
                  <a:srgbClr val="12284C"/>
                </a:solidFill>
                <a:latin typeface="Montserrat Black"/>
                <a:ea typeface="Montserrat Black"/>
                <a:cs typeface="Montserrat Black"/>
                <a:sym typeface="Montserrat Black"/>
              </a:defRPr>
            </a:lvl1pPr>
            <a:lvl2pPr lvl="1">
              <a:spcBef>
                <a:spcPts val="0"/>
              </a:spcBef>
              <a:spcAft>
                <a:spcPts val="0"/>
              </a:spcAft>
              <a:buClr>
                <a:schemeClr val="dk1"/>
              </a:buClr>
              <a:buSzPts val="2800"/>
              <a:buFont typeface="Montserrat Black"/>
              <a:buNone/>
              <a:defRPr sz="2800">
                <a:solidFill>
                  <a:schemeClr val="dk1"/>
                </a:solidFill>
                <a:latin typeface="Montserrat Black"/>
                <a:ea typeface="Montserrat Black"/>
                <a:cs typeface="Montserrat Black"/>
                <a:sym typeface="Montserrat Black"/>
              </a:defRPr>
            </a:lvl2pPr>
            <a:lvl3pPr lvl="2">
              <a:spcBef>
                <a:spcPts val="0"/>
              </a:spcBef>
              <a:spcAft>
                <a:spcPts val="0"/>
              </a:spcAft>
              <a:buClr>
                <a:schemeClr val="dk1"/>
              </a:buClr>
              <a:buSzPts val="2800"/>
              <a:buFont typeface="Montserrat Black"/>
              <a:buNone/>
              <a:defRPr sz="2800">
                <a:solidFill>
                  <a:schemeClr val="dk1"/>
                </a:solidFill>
                <a:latin typeface="Montserrat Black"/>
                <a:ea typeface="Montserrat Black"/>
                <a:cs typeface="Montserrat Black"/>
                <a:sym typeface="Montserrat Black"/>
              </a:defRPr>
            </a:lvl3pPr>
            <a:lvl4pPr lvl="3">
              <a:spcBef>
                <a:spcPts val="0"/>
              </a:spcBef>
              <a:spcAft>
                <a:spcPts val="0"/>
              </a:spcAft>
              <a:buClr>
                <a:schemeClr val="dk1"/>
              </a:buClr>
              <a:buSzPts val="2800"/>
              <a:buFont typeface="Montserrat Black"/>
              <a:buNone/>
              <a:defRPr sz="2800">
                <a:solidFill>
                  <a:schemeClr val="dk1"/>
                </a:solidFill>
                <a:latin typeface="Montserrat Black"/>
                <a:ea typeface="Montserrat Black"/>
                <a:cs typeface="Montserrat Black"/>
                <a:sym typeface="Montserrat Black"/>
              </a:defRPr>
            </a:lvl4pPr>
            <a:lvl5pPr lvl="4">
              <a:spcBef>
                <a:spcPts val="0"/>
              </a:spcBef>
              <a:spcAft>
                <a:spcPts val="0"/>
              </a:spcAft>
              <a:buClr>
                <a:schemeClr val="dk1"/>
              </a:buClr>
              <a:buSzPts val="2800"/>
              <a:buFont typeface="Montserrat Black"/>
              <a:buNone/>
              <a:defRPr sz="2800">
                <a:solidFill>
                  <a:schemeClr val="dk1"/>
                </a:solidFill>
                <a:latin typeface="Montserrat Black"/>
                <a:ea typeface="Montserrat Black"/>
                <a:cs typeface="Montserrat Black"/>
                <a:sym typeface="Montserrat Black"/>
              </a:defRPr>
            </a:lvl5pPr>
            <a:lvl6pPr lvl="5">
              <a:spcBef>
                <a:spcPts val="0"/>
              </a:spcBef>
              <a:spcAft>
                <a:spcPts val="0"/>
              </a:spcAft>
              <a:buClr>
                <a:schemeClr val="dk1"/>
              </a:buClr>
              <a:buSzPts val="2800"/>
              <a:buFont typeface="Montserrat Black"/>
              <a:buNone/>
              <a:defRPr sz="2800">
                <a:solidFill>
                  <a:schemeClr val="dk1"/>
                </a:solidFill>
                <a:latin typeface="Montserrat Black"/>
                <a:ea typeface="Montserrat Black"/>
                <a:cs typeface="Montserrat Black"/>
                <a:sym typeface="Montserrat Black"/>
              </a:defRPr>
            </a:lvl6pPr>
            <a:lvl7pPr lvl="6">
              <a:spcBef>
                <a:spcPts val="0"/>
              </a:spcBef>
              <a:spcAft>
                <a:spcPts val="0"/>
              </a:spcAft>
              <a:buClr>
                <a:schemeClr val="dk1"/>
              </a:buClr>
              <a:buSzPts val="2800"/>
              <a:buFont typeface="Montserrat Black"/>
              <a:buNone/>
              <a:defRPr sz="2800">
                <a:solidFill>
                  <a:schemeClr val="dk1"/>
                </a:solidFill>
                <a:latin typeface="Montserrat Black"/>
                <a:ea typeface="Montserrat Black"/>
                <a:cs typeface="Montserrat Black"/>
                <a:sym typeface="Montserrat Black"/>
              </a:defRPr>
            </a:lvl7pPr>
            <a:lvl8pPr lvl="7">
              <a:spcBef>
                <a:spcPts val="0"/>
              </a:spcBef>
              <a:spcAft>
                <a:spcPts val="0"/>
              </a:spcAft>
              <a:buClr>
                <a:schemeClr val="dk1"/>
              </a:buClr>
              <a:buSzPts val="2800"/>
              <a:buFont typeface="Montserrat Black"/>
              <a:buNone/>
              <a:defRPr sz="2800">
                <a:solidFill>
                  <a:schemeClr val="dk1"/>
                </a:solidFill>
                <a:latin typeface="Montserrat Black"/>
                <a:ea typeface="Montserrat Black"/>
                <a:cs typeface="Montserrat Black"/>
                <a:sym typeface="Montserrat Black"/>
              </a:defRPr>
            </a:lvl8pPr>
            <a:lvl9pPr lvl="8">
              <a:spcBef>
                <a:spcPts val="0"/>
              </a:spcBef>
              <a:spcAft>
                <a:spcPts val="0"/>
              </a:spcAft>
              <a:buClr>
                <a:schemeClr val="dk1"/>
              </a:buClr>
              <a:buSzPts val="2800"/>
              <a:buFont typeface="Montserrat Black"/>
              <a:buNone/>
              <a:defRPr sz="2800">
                <a:solidFill>
                  <a:schemeClr val="dk1"/>
                </a:solidFill>
                <a:latin typeface="Montserrat Black"/>
                <a:ea typeface="Montserrat Black"/>
                <a:cs typeface="Montserrat Black"/>
                <a:sym typeface="Montserrat Black"/>
              </a:defRPr>
            </a:lvl9pPr>
          </a:lstStyle>
          <a:p/>
        </p:txBody>
      </p:sp>
      <p:sp>
        <p:nvSpPr>
          <p:cNvPr id="66" name="Google Shape;66;p1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rgbClr val="12284C"/>
              </a:buClr>
              <a:buSzPts val="1800"/>
              <a:buFont typeface="Montserrat"/>
              <a:buChar char="●"/>
              <a:defRPr sz="1800">
                <a:solidFill>
                  <a:srgbClr val="12284C"/>
                </a:solidFill>
                <a:latin typeface="Montserrat"/>
                <a:ea typeface="Montserrat"/>
                <a:cs typeface="Montserrat"/>
                <a:sym typeface="Montserrat"/>
              </a:defRPr>
            </a:lvl1pPr>
            <a:lvl2pPr indent="-317500" lvl="1" marL="914400">
              <a:lnSpc>
                <a:spcPct val="115000"/>
              </a:lnSpc>
              <a:spcBef>
                <a:spcPts val="0"/>
              </a:spcBef>
              <a:spcAft>
                <a:spcPts val="0"/>
              </a:spcAft>
              <a:buClr>
                <a:srgbClr val="12284C"/>
              </a:buClr>
              <a:buSzPts val="1400"/>
              <a:buFont typeface="Montserrat"/>
              <a:buChar char="○"/>
              <a:defRPr>
                <a:solidFill>
                  <a:srgbClr val="12284C"/>
                </a:solidFill>
                <a:latin typeface="Montserrat"/>
                <a:ea typeface="Montserrat"/>
                <a:cs typeface="Montserrat"/>
                <a:sym typeface="Montserrat"/>
              </a:defRPr>
            </a:lvl2pPr>
            <a:lvl3pPr indent="-317500" lvl="2" marL="1371600">
              <a:lnSpc>
                <a:spcPct val="115000"/>
              </a:lnSpc>
              <a:spcBef>
                <a:spcPts val="0"/>
              </a:spcBef>
              <a:spcAft>
                <a:spcPts val="0"/>
              </a:spcAft>
              <a:buClr>
                <a:srgbClr val="12284C"/>
              </a:buClr>
              <a:buSzPts val="1400"/>
              <a:buFont typeface="Montserrat"/>
              <a:buChar char="■"/>
              <a:defRPr>
                <a:solidFill>
                  <a:srgbClr val="12284C"/>
                </a:solidFill>
                <a:latin typeface="Montserrat"/>
                <a:ea typeface="Montserrat"/>
                <a:cs typeface="Montserrat"/>
                <a:sym typeface="Montserrat"/>
              </a:defRPr>
            </a:lvl3pPr>
            <a:lvl4pPr indent="-317500" lvl="3" marL="1828800">
              <a:lnSpc>
                <a:spcPct val="115000"/>
              </a:lnSpc>
              <a:spcBef>
                <a:spcPts val="0"/>
              </a:spcBef>
              <a:spcAft>
                <a:spcPts val="0"/>
              </a:spcAft>
              <a:buClr>
                <a:srgbClr val="12284C"/>
              </a:buClr>
              <a:buSzPts val="1400"/>
              <a:buFont typeface="Montserrat"/>
              <a:buChar char="●"/>
              <a:defRPr>
                <a:solidFill>
                  <a:srgbClr val="12284C"/>
                </a:solidFill>
                <a:latin typeface="Montserrat"/>
                <a:ea typeface="Montserrat"/>
                <a:cs typeface="Montserrat"/>
                <a:sym typeface="Montserrat"/>
              </a:defRPr>
            </a:lvl4pPr>
            <a:lvl5pPr indent="-317500" lvl="4" marL="2286000">
              <a:lnSpc>
                <a:spcPct val="115000"/>
              </a:lnSpc>
              <a:spcBef>
                <a:spcPts val="0"/>
              </a:spcBef>
              <a:spcAft>
                <a:spcPts val="0"/>
              </a:spcAft>
              <a:buClr>
                <a:srgbClr val="12284C"/>
              </a:buClr>
              <a:buSzPts val="1400"/>
              <a:buFont typeface="Montserrat"/>
              <a:buChar char="○"/>
              <a:defRPr>
                <a:solidFill>
                  <a:srgbClr val="12284C"/>
                </a:solidFill>
                <a:latin typeface="Montserrat"/>
                <a:ea typeface="Montserrat"/>
                <a:cs typeface="Montserrat"/>
                <a:sym typeface="Montserrat"/>
              </a:defRPr>
            </a:lvl5pPr>
            <a:lvl6pPr indent="-317500" lvl="5" marL="2743200">
              <a:lnSpc>
                <a:spcPct val="115000"/>
              </a:lnSpc>
              <a:spcBef>
                <a:spcPts val="0"/>
              </a:spcBef>
              <a:spcAft>
                <a:spcPts val="0"/>
              </a:spcAft>
              <a:buClr>
                <a:srgbClr val="12284C"/>
              </a:buClr>
              <a:buSzPts val="1400"/>
              <a:buFont typeface="Montserrat"/>
              <a:buChar char="■"/>
              <a:defRPr>
                <a:solidFill>
                  <a:srgbClr val="12284C"/>
                </a:solidFill>
                <a:latin typeface="Montserrat"/>
                <a:ea typeface="Montserrat"/>
                <a:cs typeface="Montserrat"/>
                <a:sym typeface="Montserrat"/>
              </a:defRPr>
            </a:lvl6pPr>
            <a:lvl7pPr indent="-317500" lvl="6" marL="3200400">
              <a:lnSpc>
                <a:spcPct val="115000"/>
              </a:lnSpc>
              <a:spcBef>
                <a:spcPts val="0"/>
              </a:spcBef>
              <a:spcAft>
                <a:spcPts val="0"/>
              </a:spcAft>
              <a:buClr>
                <a:srgbClr val="12284C"/>
              </a:buClr>
              <a:buSzPts val="1400"/>
              <a:buFont typeface="Montserrat"/>
              <a:buChar char="●"/>
              <a:defRPr>
                <a:solidFill>
                  <a:srgbClr val="12284C"/>
                </a:solidFill>
                <a:latin typeface="Montserrat"/>
                <a:ea typeface="Montserrat"/>
                <a:cs typeface="Montserrat"/>
                <a:sym typeface="Montserrat"/>
              </a:defRPr>
            </a:lvl7pPr>
            <a:lvl8pPr indent="-317500" lvl="7" marL="3657600">
              <a:lnSpc>
                <a:spcPct val="115000"/>
              </a:lnSpc>
              <a:spcBef>
                <a:spcPts val="0"/>
              </a:spcBef>
              <a:spcAft>
                <a:spcPts val="0"/>
              </a:spcAft>
              <a:buClr>
                <a:srgbClr val="12284C"/>
              </a:buClr>
              <a:buSzPts val="1400"/>
              <a:buFont typeface="Montserrat"/>
              <a:buChar char="○"/>
              <a:defRPr>
                <a:solidFill>
                  <a:srgbClr val="12284C"/>
                </a:solidFill>
                <a:latin typeface="Montserrat"/>
                <a:ea typeface="Montserrat"/>
                <a:cs typeface="Montserrat"/>
                <a:sym typeface="Montserrat"/>
              </a:defRPr>
            </a:lvl8pPr>
            <a:lvl9pPr indent="-317500" lvl="8" marL="4114800">
              <a:lnSpc>
                <a:spcPct val="115000"/>
              </a:lnSpc>
              <a:spcBef>
                <a:spcPts val="0"/>
              </a:spcBef>
              <a:spcAft>
                <a:spcPts val="0"/>
              </a:spcAft>
              <a:buClr>
                <a:srgbClr val="12284C"/>
              </a:buClr>
              <a:buSzPts val="1400"/>
              <a:buFont typeface="Montserrat"/>
              <a:buChar char="■"/>
              <a:defRPr>
                <a:solidFill>
                  <a:srgbClr val="12284C"/>
                </a:solidFill>
                <a:latin typeface="Montserrat"/>
                <a:ea typeface="Montserrat"/>
                <a:cs typeface="Montserrat"/>
                <a:sym typeface="Montserrat"/>
              </a:defRPr>
            </a:lvl9pPr>
          </a:lstStyle>
          <a:p/>
        </p:txBody>
      </p:sp>
      <p:sp>
        <p:nvSpPr>
          <p:cNvPr id="67" name="Google Shape;67;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xml"/><Relationship Id="rId3" Type="http://schemas.openxmlformats.org/officeDocument/2006/relationships/image" Target="../media/image2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34" name="Shape 234"/>
        <p:cNvGrpSpPr/>
        <p:nvPr/>
      </p:nvGrpSpPr>
      <p:grpSpPr>
        <a:xfrm>
          <a:off x="0" y="0"/>
          <a:ext cx="0" cy="0"/>
          <a:chOff x="0" y="0"/>
          <a:chExt cx="0" cy="0"/>
        </a:xfrm>
      </p:grpSpPr>
      <p:sp>
        <p:nvSpPr>
          <p:cNvPr id="235" name="Google Shape;235;p37"/>
          <p:cNvSpPr txBox="1"/>
          <p:nvPr>
            <p:ph type="ctrTitle"/>
          </p:nvPr>
        </p:nvSpPr>
        <p:spPr>
          <a:xfrm>
            <a:off x="497225" y="1166125"/>
            <a:ext cx="5168700" cy="17508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en" sz="3800"/>
              <a:t>Weekly Productivity Update</a:t>
            </a:r>
            <a:endParaRPr sz="3800"/>
          </a:p>
          <a:p>
            <a:pPr indent="0" lvl="0" marL="0" rtl="0" algn="l">
              <a:lnSpc>
                <a:spcPct val="115000"/>
              </a:lnSpc>
              <a:spcBef>
                <a:spcPts val="0"/>
              </a:spcBef>
              <a:spcAft>
                <a:spcPts val="0"/>
              </a:spcAft>
              <a:buSzPts val="990"/>
              <a:buNone/>
            </a:pPr>
            <a:r>
              <a:t/>
            </a:r>
            <a:endParaRPr sz="3800"/>
          </a:p>
        </p:txBody>
      </p:sp>
      <p:sp>
        <p:nvSpPr>
          <p:cNvPr id="236" name="Google Shape;236;p37"/>
          <p:cNvSpPr txBox="1"/>
          <p:nvPr>
            <p:ph type="ctrTitle"/>
          </p:nvPr>
        </p:nvSpPr>
        <p:spPr>
          <a:xfrm>
            <a:off x="569100" y="2993350"/>
            <a:ext cx="4854000" cy="17508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SzPts val="990"/>
              <a:buNone/>
            </a:pPr>
            <a:r>
              <a:rPr lang="en" sz="1400">
                <a:latin typeface="Montserrat"/>
                <a:ea typeface="Montserrat"/>
                <a:cs typeface="Montserrat"/>
                <a:sym typeface="Montserrat"/>
              </a:rPr>
              <a:t>Month: May</a:t>
            </a:r>
            <a:endParaRPr sz="1400">
              <a:latin typeface="Montserrat"/>
              <a:ea typeface="Montserrat"/>
              <a:cs typeface="Montserrat"/>
              <a:sym typeface="Montserrat"/>
            </a:endParaRPr>
          </a:p>
          <a:p>
            <a:pPr indent="0" lvl="0" marL="0" rtl="0" algn="l">
              <a:lnSpc>
                <a:spcPct val="115000"/>
              </a:lnSpc>
              <a:spcBef>
                <a:spcPts val="0"/>
              </a:spcBef>
              <a:spcAft>
                <a:spcPts val="0"/>
              </a:spcAft>
              <a:buSzPts val="990"/>
              <a:buNone/>
            </a:pPr>
            <a:r>
              <a:rPr lang="en" sz="1400">
                <a:latin typeface="Montserrat"/>
                <a:ea typeface="Montserrat"/>
                <a:cs typeface="Montserrat"/>
                <a:sym typeface="Montserrat"/>
              </a:rPr>
              <a:t>Week No: 3</a:t>
            </a:r>
            <a:endParaRPr sz="1400">
              <a:latin typeface="Montserrat"/>
              <a:ea typeface="Montserrat"/>
              <a:cs typeface="Montserrat"/>
              <a:sym typeface="Montserrat"/>
            </a:endParaRPr>
          </a:p>
          <a:p>
            <a:pPr indent="0" lvl="0" marL="0" rtl="0" algn="l">
              <a:lnSpc>
                <a:spcPct val="115000"/>
              </a:lnSpc>
              <a:spcBef>
                <a:spcPts val="0"/>
              </a:spcBef>
              <a:spcAft>
                <a:spcPts val="0"/>
              </a:spcAft>
              <a:buSzPts val="990"/>
              <a:buNone/>
            </a:pPr>
            <a:r>
              <a:rPr lang="en" sz="1400">
                <a:latin typeface="Montserrat"/>
                <a:ea typeface="Montserrat"/>
                <a:cs typeface="Montserrat"/>
                <a:sym typeface="Montserrat"/>
              </a:rPr>
              <a:t>Reporting Date: 05/22/2026</a:t>
            </a:r>
            <a:endParaRPr sz="1400">
              <a:latin typeface="Montserrat"/>
              <a:ea typeface="Montserrat"/>
              <a:cs typeface="Montserrat"/>
              <a:sym typeface="Montserrat"/>
            </a:endParaRPr>
          </a:p>
          <a:p>
            <a:pPr indent="0" lvl="0" marL="0" rtl="0" algn="l">
              <a:lnSpc>
                <a:spcPct val="115000"/>
              </a:lnSpc>
              <a:spcBef>
                <a:spcPts val="0"/>
              </a:spcBef>
              <a:spcAft>
                <a:spcPts val="0"/>
              </a:spcAft>
              <a:buSzPts val="990"/>
              <a:buNone/>
            </a:pPr>
            <a:r>
              <a:t/>
            </a:r>
            <a:endParaRPr sz="1400">
              <a:latin typeface="Montserrat"/>
              <a:ea typeface="Montserrat"/>
              <a:cs typeface="Montserrat"/>
              <a:sym typeface="Montserrat"/>
            </a:endParaRPr>
          </a:p>
          <a:p>
            <a:pPr indent="0" lvl="0" marL="0" rtl="0" algn="l">
              <a:lnSpc>
                <a:spcPct val="115000"/>
              </a:lnSpc>
              <a:spcBef>
                <a:spcPts val="0"/>
              </a:spcBef>
              <a:spcAft>
                <a:spcPts val="0"/>
              </a:spcAft>
              <a:buSzPts val="990"/>
              <a:buNone/>
            </a:pPr>
            <a:r>
              <a:rPr lang="en" sz="1400">
                <a:latin typeface="Montserrat"/>
                <a:ea typeface="Montserrat"/>
                <a:cs typeface="Montserrat"/>
                <a:sym typeface="Montserrat"/>
              </a:rPr>
              <a:t>Presented By: Kevin</a:t>
            </a:r>
            <a:endParaRPr sz="1400">
              <a:latin typeface="Montserrat"/>
              <a:ea typeface="Montserrat"/>
              <a:cs typeface="Montserrat"/>
              <a:sym typeface="Montserrat"/>
            </a:endParaRPr>
          </a:p>
          <a:p>
            <a:pPr indent="0" lvl="0" marL="0" rtl="0" algn="l">
              <a:lnSpc>
                <a:spcPct val="115000"/>
              </a:lnSpc>
              <a:spcBef>
                <a:spcPts val="0"/>
              </a:spcBef>
              <a:spcAft>
                <a:spcPts val="0"/>
              </a:spcAft>
              <a:buSzPts val="990"/>
              <a:buNone/>
            </a:pPr>
            <a:r>
              <a:t/>
            </a:r>
            <a:endParaRPr sz="3800">
              <a:latin typeface="Montserrat"/>
              <a:ea typeface="Montserrat"/>
              <a:cs typeface="Montserrat"/>
              <a:sym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38"/>
          <p:cNvSpPr txBox="1"/>
          <p:nvPr>
            <p:ph type="title"/>
          </p:nvPr>
        </p:nvSpPr>
        <p:spPr>
          <a:xfrm>
            <a:off x="261250" y="169515"/>
            <a:ext cx="8496300" cy="39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1600"/>
              <a:t>Part 1.3: Weekly Planned vs Actual Analysis</a:t>
            </a:r>
            <a:endParaRPr sz="1600"/>
          </a:p>
        </p:txBody>
      </p:sp>
      <p:sp>
        <p:nvSpPr>
          <p:cNvPr id="242" name="Google Shape;242;p38"/>
          <p:cNvSpPr txBox="1"/>
          <p:nvPr/>
        </p:nvSpPr>
        <p:spPr>
          <a:xfrm>
            <a:off x="308588" y="1807450"/>
            <a:ext cx="4302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000">
                <a:solidFill>
                  <a:schemeClr val="dk1"/>
                </a:solidFill>
              </a:rPr>
              <a:t> </a:t>
            </a:r>
            <a:r>
              <a:rPr lang="en" sz="2000"/>
              <a:t> </a:t>
            </a:r>
            <a:endParaRPr sz="2000"/>
          </a:p>
        </p:txBody>
      </p:sp>
      <p:graphicFrame>
        <p:nvGraphicFramePr>
          <p:cNvPr id="243" name="Google Shape;243;p38"/>
          <p:cNvGraphicFramePr/>
          <p:nvPr/>
        </p:nvGraphicFramePr>
        <p:xfrm>
          <a:off x="348338" y="935800"/>
          <a:ext cx="3000000" cy="3000000"/>
        </p:xfrm>
        <a:graphic>
          <a:graphicData uri="http://schemas.openxmlformats.org/drawingml/2006/table">
            <a:tbl>
              <a:tblPr>
                <a:noFill/>
                <a:tableStyleId>{E096F313-4B49-42B1-A1C5-13A5E9195BEB}</a:tableStyleId>
              </a:tblPr>
              <a:tblGrid>
                <a:gridCol w="963825"/>
                <a:gridCol w="1347375"/>
                <a:gridCol w="1809125"/>
                <a:gridCol w="882725"/>
                <a:gridCol w="871175"/>
                <a:gridCol w="750575"/>
                <a:gridCol w="1697325"/>
              </a:tblGrid>
              <a:tr h="415400">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Category</a:t>
                      </a:r>
                      <a:endParaRPr b="1" sz="900">
                        <a:latin typeface="Montserrat"/>
                        <a:ea typeface="Montserrat"/>
                        <a:cs typeface="Montserrat"/>
                        <a:sym typeface="Montserrat"/>
                      </a:endParaRPr>
                    </a:p>
                  </a:txBody>
                  <a:tcPr marT="19050" marB="19050" marR="28575" marL="28575" anchor="ctr">
                    <a:lnL cap="flat" cmpd="sng" w="10575">
                      <a:solidFill>
                        <a:srgbClr val="000000"/>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Application/Domain</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Task/Activity Description</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Planned/ Unplanned</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Planned</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Actual</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Remarks</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000000"/>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367075">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215900"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Operations &amp; Maintenance</a:t>
                      </a:r>
                      <a:endParaRPr sz="800" u="none" cap="none" strike="noStrike">
                        <a:latin typeface="Montserrat"/>
                        <a:ea typeface="Montserrat"/>
                        <a:cs typeface="Montserrat"/>
                        <a:sym typeface="Montserrat"/>
                      </a:endParaRPr>
                    </a:p>
                  </a:txBody>
                  <a:tcPr marT="11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482600" rtl="0" algn="l">
                        <a:lnSpc>
                          <a:spcPct val="97300"/>
                        </a:lnSpc>
                        <a:spcBef>
                          <a:spcPts val="0"/>
                        </a:spcBef>
                        <a:spcAft>
                          <a:spcPts val="0"/>
                        </a:spcAft>
                        <a:buNone/>
                      </a:pPr>
                      <a:r>
                        <a:rPr lang="en" sz="800" u="none" cap="none" strike="noStrike">
                          <a:solidFill>
                            <a:srgbClr val="1F1F1F"/>
                          </a:solidFill>
                          <a:latin typeface="Montserrat"/>
                          <a:ea typeface="Montserrat"/>
                          <a:cs typeface="Montserrat"/>
                          <a:sym typeface="Montserrat"/>
                        </a:rPr>
                        <a:t>Maintenance (Not Reflected in Service Desk)</a:t>
                      </a:r>
                      <a:endParaRPr sz="800" u="none" cap="none" strike="noStrike">
                        <a:latin typeface="Montserrat"/>
                        <a:ea typeface="Montserrat"/>
                        <a:cs typeface="Montserrat"/>
                        <a:sym typeface="Montserrat"/>
                      </a:endParaRPr>
                    </a:p>
                  </a:txBody>
                  <a:tcPr marT="652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Team Meetings</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3.00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3.00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98678"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Daily Huddle, Weekly Reporting, Weekly Meeting</a:t>
                      </a:r>
                      <a:endParaRPr sz="800" u="none" cap="none" strike="noStrike">
                        <a:latin typeface="Montserrat"/>
                        <a:ea typeface="Montserrat"/>
                        <a:cs typeface="Montserrat"/>
                        <a:sym typeface="Montserrat"/>
                      </a:endParaRPr>
                    </a:p>
                  </a:txBody>
                  <a:tcPr marT="11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02325">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Others</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Admin Work</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Update of Productivity Log</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1.00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1.00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Productivity Log</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a:solidFill>
                            <a:srgbClr val="1F1F1F"/>
                          </a:solidFill>
                          <a:latin typeface="Montserrat"/>
                          <a:ea typeface="Montserrat"/>
                          <a:cs typeface="Montserrat"/>
                          <a:sym typeface="Montserrat"/>
                        </a:rPr>
                        <a:t>Project</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6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a:solidFill>
                            <a:schemeClr val="dk1"/>
                          </a:solidFill>
                          <a:latin typeface="Montserrat"/>
                          <a:ea typeface="Montserrat"/>
                          <a:cs typeface="Montserrat"/>
                          <a:sym typeface="Montserrat"/>
                        </a:rPr>
                        <a:t>[SFA-Web] Expenses Revamp</a:t>
                      </a:r>
                      <a:endParaRPr sz="6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508000" rtl="0" algn="l">
                        <a:lnSpc>
                          <a:spcPct val="116190"/>
                        </a:lnSpc>
                        <a:spcBef>
                          <a:spcPts val="0"/>
                        </a:spcBef>
                        <a:spcAft>
                          <a:spcPts val="0"/>
                        </a:spcAft>
                        <a:buNone/>
                      </a:pPr>
                      <a:r>
                        <a:rPr lang="en" sz="800">
                          <a:solidFill>
                            <a:schemeClr val="dk1"/>
                          </a:solidFill>
                          <a:latin typeface="Montserrat"/>
                          <a:ea typeface="Montserrat"/>
                          <a:cs typeface="Montserrat"/>
                          <a:sym typeface="Montserrat"/>
                        </a:rPr>
                        <a:t>Post-Go Live: Performance Monitoring</a:t>
                      </a:r>
                      <a:endParaRPr sz="800" u="none" cap="none" strike="noStrike">
                        <a:latin typeface="Montserrat"/>
                        <a:ea typeface="Montserrat"/>
                        <a:cs typeface="Montserrat"/>
                        <a:sym typeface="Montserrat"/>
                      </a:endParaRPr>
                    </a:p>
                  </a:txBody>
                  <a:tcPr marT="123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a:solidFill>
                            <a:srgbClr val="1F1F1F"/>
                          </a:solidFill>
                          <a:latin typeface="Montserrat"/>
                          <a:ea typeface="Montserrat"/>
                          <a:cs typeface="Montserrat"/>
                          <a:sym typeface="Montserrat"/>
                        </a:rPr>
                        <a:t>9.00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a:solidFill>
                            <a:srgbClr val="1F1F1F"/>
                          </a:solidFill>
                          <a:latin typeface="Montserrat"/>
                          <a:ea typeface="Montserrat"/>
                          <a:cs typeface="Montserrat"/>
                          <a:sym typeface="Montserrat"/>
                        </a:rPr>
                        <a:t>7.00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155828" rtl="0" algn="l">
                        <a:lnSpc>
                          <a:spcPct val="116190"/>
                        </a:lnSpc>
                        <a:spcBef>
                          <a:spcPts val="0"/>
                        </a:spcBef>
                        <a:spcAft>
                          <a:spcPts val="0"/>
                        </a:spcAft>
                        <a:buNone/>
                      </a:pPr>
                      <a:r>
                        <a:rPr lang="en" sz="800">
                          <a:solidFill>
                            <a:srgbClr val="1F1F1F"/>
                          </a:solidFill>
                          <a:latin typeface="Montserrat"/>
                          <a:ea typeface="Montserrat"/>
                          <a:cs typeface="Montserrat"/>
                          <a:sym typeface="Montserrat"/>
                        </a:rPr>
                        <a:t>Support</a:t>
                      </a:r>
                      <a:endParaRPr sz="800" u="none" cap="none" strike="noStrike">
                        <a:latin typeface="Montserrat"/>
                        <a:ea typeface="Montserrat"/>
                        <a:cs typeface="Montserrat"/>
                        <a:sym typeface="Montserrat"/>
                      </a:endParaRPr>
                    </a:p>
                  </a:txBody>
                  <a:tcPr marT="123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Others</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Training</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Training (Functional)</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2.00</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2.00</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Claude API</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Project</a:t>
                      </a:r>
                      <a:endParaRPr sz="800" u="none" cap="none" strike="noStrike">
                        <a:latin typeface="Montserrat"/>
                        <a:ea typeface="Montserrat"/>
                        <a:cs typeface="Montserrat"/>
                        <a:sym typeface="Montserrat"/>
                      </a:endParaRPr>
                    </a:p>
                  </a:txBody>
                  <a:tcPr marT="628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18571"/>
                        </a:lnSpc>
                        <a:spcBef>
                          <a:spcPts val="0"/>
                        </a:spcBef>
                        <a:spcAft>
                          <a:spcPts val="0"/>
                        </a:spcAft>
                        <a:buNone/>
                      </a:pPr>
                      <a:r>
                        <a:rPr lang="en" sz="800" u="none" cap="none" strike="noStrike">
                          <a:solidFill>
                            <a:srgbClr val="1F1F1F"/>
                          </a:solidFill>
                          <a:latin typeface="Montserrat"/>
                          <a:ea typeface="Montserrat"/>
                          <a:cs typeface="Montserrat"/>
                          <a:sym typeface="Montserrat"/>
                        </a:rPr>
                        <a:t>[SFA-Web]</a:t>
                      </a:r>
                      <a:endParaRPr sz="800" u="none" cap="none" strike="noStrike">
                        <a:latin typeface="Montserrat"/>
                        <a:ea typeface="Montserrat"/>
                        <a:cs typeface="Montserrat"/>
                        <a:sym typeface="Montserrat"/>
                      </a:endParaRPr>
                    </a:p>
                    <a:p>
                      <a:pPr indent="0" lvl="0" marL="50800" marR="0" rtl="0" algn="l">
                        <a:lnSpc>
                          <a:spcPct val="118571"/>
                        </a:lnSpc>
                        <a:spcBef>
                          <a:spcPts val="0"/>
                        </a:spcBef>
                        <a:spcAft>
                          <a:spcPts val="0"/>
                        </a:spcAft>
                        <a:buNone/>
                      </a:pPr>
                      <a:r>
                        <a:rPr lang="en" sz="800" u="none" cap="none" strike="noStrike">
                          <a:solidFill>
                            <a:srgbClr val="1F1F1F"/>
                          </a:solidFill>
                          <a:latin typeface="Montserrat"/>
                          <a:ea typeface="Montserrat"/>
                          <a:cs typeface="Montserrat"/>
                          <a:sym typeface="Montserrat"/>
                        </a:rPr>
                        <a:t>Expenses Revamp</a:t>
                      </a:r>
                      <a:endParaRPr sz="800" u="none" cap="none" strike="noStrike">
                        <a:latin typeface="Montserrat"/>
                        <a:ea typeface="Montserrat"/>
                        <a:cs typeface="Montserrat"/>
                        <a:sym typeface="Montserrat"/>
                      </a:endParaRPr>
                    </a:p>
                  </a:txBody>
                  <a:tcPr marT="47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Testing: Bug Fixing</a:t>
                      </a:r>
                      <a:endParaRPr sz="800" u="none" cap="none" strike="noStrike">
                        <a:latin typeface="Montserrat"/>
                        <a:ea typeface="Montserrat"/>
                        <a:cs typeface="Montserrat"/>
                        <a:sym typeface="Montserrat"/>
                      </a:endParaRPr>
                    </a:p>
                  </a:txBody>
                  <a:tcPr marT="628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28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8.00</a:t>
                      </a:r>
                      <a:endParaRPr sz="800" u="none" cap="none" strike="noStrike">
                        <a:latin typeface="Montserrat"/>
                        <a:ea typeface="Montserrat"/>
                        <a:cs typeface="Montserrat"/>
                        <a:sym typeface="Montserrat"/>
                      </a:endParaRPr>
                    </a:p>
                  </a:txBody>
                  <a:tcPr marT="628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8.00</a:t>
                      </a:r>
                      <a:endParaRPr sz="800" u="none" cap="none" strike="noStrike">
                        <a:latin typeface="Montserrat"/>
                        <a:ea typeface="Montserrat"/>
                        <a:cs typeface="Montserrat"/>
                        <a:sym typeface="Montserrat"/>
                      </a:endParaRPr>
                    </a:p>
                  </a:txBody>
                  <a:tcPr marT="628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212978"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UAT testing — fixing issue logs and support</a:t>
                      </a:r>
                      <a:endParaRPr sz="800" u="none" cap="none" strike="noStrike">
                        <a:latin typeface="Montserrat"/>
                        <a:ea typeface="Montserrat"/>
                        <a:cs typeface="Montserrat"/>
                        <a:sym typeface="Montserrat"/>
                      </a:endParaRPr>
                    </a:p>
                  </a:txBody>
                  <a:tcPr marT="109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1270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Major Enhancements</a:t>
                      </a:r>
                      <a:endParaRPr sz="800" u="none" cap="none" strike="noStrike">
                        <a:latin typeface="Montserrat"/>
                        <a:ea typeface="Montserrat"/>
                        <a:cs typeface="Montserrat"/>
                        <a:sym typeface="Montserrat"/>
                      </a:endParaRPr>
                    </a:p>
                  </a:txBody>
                  <a:tcPr marT="119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4953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[SFA-Web] [Web Revamp]</a:t>
                      </a:r>
                      <a:endParaRPr sz="800" u="none" cap="none" strike="noStrike">
                        <a:latin typeface="Montserrat"/>
                        <a:ea typeface="Montserrat"/>
                        <a:cs typeface="Montserrat"/>
                        <a:sym typeface="Montserrat"/>
                      </a:endParaRPr>
                    </a:p>
                    <a:p>
                      <a:pPr indent="0" lvl="0" marL="50800" marR="0" rtl="0" algn="l">
                        <a:lnSpc>
                          <a:spcPct val="113809"/>
                        </a:lnSpc>
                        <a:spcBef>
                          <a:spcPts val="0"/>
                        </a:spcBef>
                        <a:spcAft>
                          <a:spcPts val="0"/>
                        </a:spcAft>
                        <a:buNone/>
                      </a:pPr>
                      <a:r>
                        <a:rPr lang="en" sz="800" u="none" cap="none" strike="noStrike">
                          <a:solidFill>
                            <a:srgbClr val="1F1F1F"/>
                          </a:solidFill>
                          <a:latin typeface="Montserrat"/>
                          <a:ea typeface="Montserrat"/>
                          <a:cs typeface="Montserrat"/>
                          <a:sym typeface="Montserrat"/>
                        </a:rPr>
                        <a:t>FSP Mapping</a:t>
                      </a:r>
                      <a:endParaRPr sz="800" u="none" cap="none" strike="noStrike">
                        <a:latin typeface="Montserrat"/>
                        <a:ea typeface="Montserrat"/>
                        <a:cs typeface="Montserrat"/>
                        <a:sym typeface="Montserrat"/>
                      </a:endParaRPr>
                    </a:p>
                  </a:txBody>
                  <a:tcPr marT="690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8001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Implementation: Documentation</a:t>
                      </a:r>
                      <a:endParaRPr sz="800" u="none" cap="none" strike="noStrike">
                        <a:latin typeface="Montserrat"/>
                        <a:ea typeface="Montserrat"/>
                        <a:cs typeface="Montserrat"/>
                        <a:sym typeface="Montserrat"/>
                      </a:endParaRPr>
                    </a:p>
                  </a:txBody>
                  <a:tcPr marT="119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2.00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2.00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384428"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Technical &amp; Functional Documentation Meeting</a:t>
                      </a:r>
                      <a:endParaRPr sz="800" u="none" cap="none" strike="noStrike">
                        <a:latin typeface="Montserrat"/>
                        <a:ea typeface="Montserrat"/>
                        <a:cs typeface="Montserrat"/>
                        <a:sym typeface="Montserrat"/>
                      </a:endParaRPr>
                    </a:p>
                  </a:txBody>
                  <a:tcPr marT="119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127000"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Major Enhancements</a:t>
                      </a:r>
                      <a:endParaRPr sz="800" u="none" cap="none" strike="noStrike">
                        <a:latin typeface="Montserrat"/>
                        <a:ea typeface="Montserrat"/>
                        <a:cs typeface="Montserrat"/>
                        <a:sym typeface="Montserrat"/>
                      </a:endParaRPr>
                    </a:p>
                  </a:txBody>
                  <a:tcPr marT="11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495300"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[SFA-Web] [Web Revamp]</a:t>
                      </a:r>
                      <a:endParaRPr sz="800" u="none" cap="none" strike="noStrike">
                        <a:latin typeface="Montserrat"/>
                        <a:ea typeface="Montserrat"/>
                        <a:cs typeface="Montserrat"/>
                        <a:sym typeface="Montserrat"/>
                      </a:endParaRPr>
                    </a:p>
                    <a:p>
                      <a:pPr indent="0" lvl="0" marL="50800" marR="0" rtl="0" algn="l">
                        <a:lnSpc>
                          <a:spcPct val="112857"/>
                        </a:lnSpc>
                        <a:spcBef>
                          <a:spcPts val="0"/>
                        </a:spcBef>
                        <a:spcAft>
                          <a:spcPts val="0"/>
                        </a:spcAft>
                        <a:buNone/>
                      </a:pPr>
                      <a:r>
                        <a:rPr lang="en" sz="800" u="none" cap="none" strike="noStrike">
                          <a:solidFill>
                            <a:srgbClr val="1F1F1F"/>
                          </a:solidFill>
                          <a:latin typeface="Montserrat"/>
                          <a:ea typeface="Montserrat"/>
                          <a:cs typeface="Montserrat"/>
                          <a:sym typeface="Montserrat"/>
                        </a:rPr>
                        <a:t>FSP Mapping</a:t>
                      </a:r>
                      <a:endParaRPr sz="800" u="none" cap="none" strike="noStrike">
                        <a:latin typeface="Montserrat"/>
                        <a:ea typeface="Montserrat"/>
                        <a:cs typeface="Montserrat"/>
                        <a:sym typeface="Montserrat"/>
                      </a:endParaRPr>
                    </a:p>
                  </a:txBody>
                  <a:tcPr marT="686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Testing: Test Case Creation</a:t>
                      </a:r>
                      <a:endParaRPr sz="800" u="none" cap="none" strike="noStrike">
                        <a:latin typeface="Montserrat"/>
                        <a:ea typeface="Montserrat"/>
                        <a:cs typeface="Montserrat"/>
                        <a:sym typeface="Montserrat"/>
                      </a:endParaRPr>
                    </a:p>
                  </a:txBody>
                  <a:tcPr marT="643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43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10.00</a:t>
                      </a:r>
                      <a:endParaRPr sz="800" u="none" cap="none" strike="noStrike">
                        <a:latin typeface="Montserrat"/>
                        <a:ea typeface="Montserrat"/>
                        <a:cs typeface="Montserrat"/>
                        <a:sym typeface="Montserrat"/>
                      </a:endParaRPr>
                    </a:p>
                  </a:txBody>
                  <a:tcPr marT="643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10.00</a:t>
                      </a:r>
                      <a:endParaRPr sz="800" u="none" cap="none" strike="noStrike">
                        <a:latin typeface="Montserrat"/>
                        <a:ea typeface="Montserrat"/>
                        <a:cs typeface="Montserrat"/>
                        <a:sym typeface="Montserrat"/>
                      </a:endParaRPr>
                    </a:p>
                  </a:txBody>
                  <a:tcPr marT="643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212978"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Test Case creation of FSP Mapping and compare with SFA</a:t>
                      </a:r>
                      <a:endParaRPr sz="800" u="none" cap="none" strike="noStrike">
                        <a:latin typeface="Montserrat"/>
                        <a:ea typeface="Montserrat"/>
                        <a:cs typeface="Montserrat"/>
                        <a:sym typeface="Montserrat"/>
                      </a:endParaRPr>
                    </a:p>
                  </a:txBody>
                  <a:tcPr marT="11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9"/>
          <p:cNvSpPr txBox="1"/>
          <p:nvPr>
            <p:ph type="title"/>
          </p:nvPr>
        </p:nvSpPr>
        <p:spPr>
          <a:xfrm>
            <a:off x="261250" y="169515"/>
            <a:ext cx="8496300" cy="39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1600"/>
              <a:t>Part 1.3: Weekly Planned vs Actual Analysis</a:t>
            </a:r>
            <a:endParaRPr sz="1600"/>
          </a:p>
        </p:txBody>
      </p:sp>
      <p:sp>
        <p:nvSpPr>
          <p:cNvPr id="249" name="Google Shape;249;p39"/>
          <p:cNvSpPr txBox="1"/>
          <p:nvPr/>
        </p:nvSpPr>
        <p:spPr>
          <a:xfrm>
            <a:off x="308588" y="1807450"/>
            <a:ext cx="4302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000">
                <a:solidFill>
                  <a:schemeClr val="dk1"/>
                </a:solidFill>
              </a:rPr>
              <a:t> </a:t>
            </a:r>
            <a:r>
              <a:rPr lang="en" sz="2000"/>
              <a:t> </a:t>
            </a:r>
            <a:endParaRPr sz="2000"/>
          </a:p>
        </p:txBody>
      </p:sp>
      <p:graphicFrame>
        <p:nvGraphicFramePr>
          <p:cNvPr id="250" name="Google Shape;250;p39"/>
          <p:cNvGraphicFramePr/>
          <p:nvPr/>
        </p:nvGraphicFramePr>
        <p:xfrm>
          <a:off x="348338" y="935800"/>
          <a:ext cx="3000000" cy="3000000"/>
        </p:xfrm>
        <a:graphic>
          <a:graphicData uri="http://schemas.openxmlformats.org/drawingml/2006/table">
            <a:tbl>
              <a:tblPr>
                <a:noFill/>
                <a:tableStyleId>{E096F313-4B49-42B1-A1C5-13A5E9195BEB}</a:tableStyleId>
              </a:tblPr>
              <a:tblGrid>
                <a:gridCol w="800550"/>
                <a:gridCol w="1079650"/>
                <a:gridCol w="1413875"/>
                <a:gridCol w="861450"/>
                <a:gridCol w="723600"/>
                <a:gridCol w="623425"/>
                <a:gridCol w="1409800"/>
                <a:gridCol w="1409800"/>
              </a:tblGrid>
              <a:tr h="415400">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Category</a:t>
                      </a:r>
                      <a:endParaRPr b="1" sz="900">
                        <a:latin typeface="Montserrat"/>
                        <a:ea typeface="Montserrat"/>
                        <a:cs typeface="Montserrat"/>
                        <a:sym typeface="Montserrat"/>
                      </a:endParaRPr>
                    </a:p>
                  </a:txBody>
                  <a:tcPr marT="19050" marB="19050" marR="28575" marL="28575" anchor="ctr">
                    <a:lnL cap="flat" cmpd="sng" w="10575">
                      <a:solidFill>
                        <a:srgbClr val="000000"/>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Application/Domain</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Task/Activity Description</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Planned/ Unplanned</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Planned</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Actual</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Time</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Remarks</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000000"/>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367075">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215900"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Operations &amp; Maintenance</a:t>
                      </a:r>
                      <a:endParaRPr sz="800" u="none" cap="none" strike="noStrike">
                        <a:latin typeface="Montserrat"/>
                        <a:ea typeface="Montserrat"/>
                        <a:cs typeface="Montserrat"/>
                        <a:sym typeface="Montserrat"/>
                      </a:endParaRPr>
                    </a:p>
                  </a:txBody>
                  <a:tcPr marT="11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482600" rtl="0" algn="l">
                        <a:lnSpc>
                          <a:spcPct val="97300"/>
                        </a:lnSpc>
                        <a:spcBef>
                          <a:spcPts val="0"/>
                        </a:spcBef>
                        <a:spcAft>
                          <a:spcPts val="0"/>
                        </a:spcAft>
                        <a:buNone/>
                      </a:pPr>
                      <a:r>
                        <a:rPr lang="en" sz="800" u="none" cap="none" strike="noStrike">
                          <a:solidFill>
                            <a:srgbClr val="1F1F1F"/>
                          </a:solidFill>
                          <a:latin typeface="Montserrat"/>
                          <a:ea typeface="Montserrat"/>
                          <a:cs typeface="Montserrat"/>
                          <a:sym typeface="Montserrat"/>
                        </a:rPr>
                        <a:t>Maintenance (Not Reflected in Service Desk)</a:t>
                      </a:r>
                      <a:endParaRPr sz="800" u="none" cap="none" strike="noStrike">
                        <a:latin typeface="Montserrat"/>
                        <a:ea typeface="Montserrat"/>
                        <a:cs typeface="Montserrat"/>
                        <a:sym typeface="Montserrat"/>
                      </a:endParaRPr>
                    </a:p>
                  </a:txBody>
                  <a:tcPr marT="652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Team Meetings</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3.00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3.00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11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98678"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Daily Huddle, Weekly Reporting, Weekly Meeting</a:t>
                      </a:r>
                      <a:endParaRPr sz="800" u="none" cap="none" strike="noStrike">
                        <a:latin typeface="Montserrat"/>
                        <a:ea typeface="Montserrat"/>
                        <a:cs typeface="Montserrat"/>
                        <a:sym typeface="Montserrat"/>
                      </a:endParaRPr>
                    </a:p>
                  </a:txBody>
                  <a:tcPr marT="11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02325">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Others</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Admin Work</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Update of Productivity Log</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1.00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1.00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Productivity Log</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Others</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Admin Work</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5080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Documentation/Status Reports/Meetings</a:t>
                      </a:r>
                      <a:endParaRPr sz="800" u="none" cap="none" strike="noStrike">
                        <a:latin typeface="Montserrat"/>
                        <a:ea typeface="Montserrat"/>
                        <a:cs typeface="Montserrat"/>
                        <a:sym typeface="Montserrat"/>
                      </a:endParaRPr>
                    </a:p>
                  </a:txBody>
                  <a:tcPr marT="123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7.00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7.00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123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155828"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Data Dictionary / RTM for all modules</a:t>
                      </a:r>
                      <a:endParaRPr sz="800" u="none" cap="none" strike="noStrike">
                        <a:latin typeface="Montserrat"/>
                        <a:ea typeface="Montserrat"/>
                        <a:cs typeface="Montserrat"/>
                        <a:sym typeface="Montserrat"/>
                      </a:endParaRPr>
                    </a:p>
                  </a:txBody>
                  <a:tcPr marT="123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Others</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Training</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Training (Functional)</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2.00</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2.00</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Claude API</a:t>
                      </a:r>
                      <a:endParaRPr sz="800" u="none" cap="none" strike="noStrike">
                        <a:latin typeface="Montserrat"/>
                        <a:ea typeface="Montserrat"/>
                        <a:cs typeface="Montserrat"/>
                        <a:sym typeface="Montserrat"/>
                      </a:endParaRPr>
                    </a:p>
                  </a:txBody>
                  <a:tcPr marT="63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Project</a:t>
                      </a:r>
                      <a:endParaRPr sz="800" u="none" cap="none" strike="noStrike">
                        <a:latin typeface="Montserrat"/>
                        <a:ea typeface="Montserrat"/>
                        <a:cs typeface="Montserrat"/>
                        <a:sym typeface="Montserrat"/>
                      </a:endParaRPr>
                    </a:p>
                  </a:txBody>
                  <a:tcPr marT="628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18571"/>
                        </a:lnSpc>
                        <a:spcBef>
                          <a:spcPts val="0"/>
                        </a:spcBef>
                        <a:spcAft>
                          <a:spcPts val="0"/>
                        </a:spcAft>
                        <a:buNone/>
                      </a:pPr>
                      <a:r>
                        <a:rPr lang="en" sz="800" u="none" cap="none" strike="noStrike">
                          <a:solidFill>
                            <a:srgbClr val="1F1F1F"/>
                          </a:solidFill>
                          <a:latin typeface="Montserrat"/>
                          <a:ea typeface="Montserrat"/>
                          <a:cs typeface="Montserrat"/>
                          <a:sym typeface="Montserrat"/>
                        </a:rPr>
                        <a:t>[SFA-Web]</a:t>
                      </a:r>
                      <a:endParaRPr sz="800" u="none" cap="none" strike="noStrike">
                        <a:latin typeface="Montserrat"/>
                        <a:ea typeface="Montserrat"/>
                        <a:cs typeface="Montserrat"/>
                        <a:sym typeface="Montserrat"/>
                      </a:endParaRPr>
                    </a:p>
                    <a:p>
                      <a:pPr indent="0" lvl="0" marL="50800" marR="0" rtl="0" algn="l">
                        <a:lnSpc>
                          <a:spcPct val="118571"/>
                        </a:lnSpc>
                        <a:spcBef>
                          <a:spcPts val="0"/>
                        </a:spcBef>
                        <a:spcAft>
                          <a:spcPts val="0"/>
                        </a:spcAft>
                        <a:buNone/>
                      </a:pPr>
                      <a:r>
                        <a:rPr lang="en" sz="800" u="none" cap="none" strike="noStrike">
                          <a:solidFill>
                            <a:srgbClr val="1F1F1F"/>
                          </a:solidFill>
                          <a:latin typeface="Montserrat"/>
                          <a:ea typeface="Montserrat"/>
                          <a:cs typeface="Montserrat"/>
                          <a:sym typeface="Montserrat"/>
                        </a:rPr>
                        <a:t>Expenses Revamp</a:t>
                      </a:r>
                      <a:endParaRPr sz="800" u="none" cap="none" strike="noStrike">
                        <a:latin typeface="Montserrat"/>
                        <a:ea typeface="Montserrat"/>
                        <a:cs typeface="Montserrat"/>
                        <a:sym typeface="Montserrat"/>
                      </a:endParaRPr>
                    </a:p>
                  </a:txBody>
                  <a:tcPr marT="47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Testing: Bug Fixing</a:t>
                      </a:r>
                      <a:endParaRPr sz="800" u="none" cap="none" strike="noStrike">
                        <a:latin typeface="Montserrat"/>
                        <a:ea typeface="Montserrat"/>
                        <a:cs typeface="Montserrat"/>
                        <a:sym typeface="Montserrat"/>
                      </a:endParaRPr>
                    </a:p>
                  </a:txBody>
                  <a:tcPr marT="628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28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8.00</a:t>
                      </a:r>
                      <a:endParaRPr sz="800" u="none" cap="none" strike="noStrike">
                        <a:latin typeface="Montserrat"/>
                        <a:ea typeface="Montserrat"/>
                        <a:cs typeface="Montserrat"/>
                        <a:sym typeface="Montserrat"/>
                      </a:endParaRPr>
                    </a:p>
                  </a:txBody>
                  <a:tcPr marT="628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8.00</a:t>
                      </a:r>
                      <a:endParaRPr sz="800" u="none" cap="none" strike="noStrike">
                        <a:latin typeface="Montserrat"/>
                        <a:ea typeface="Montserrat"/>
                        <a:cs typeface="Montserrat"/>
                        <a:sym typeface="Montserrat"/>
                      </a:endParaRPr>
                    </a:p>
                  </a:txBody>
                  <a:tcPr marT="628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109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212978"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UAT testing — fixing issue logs and support</a:t>
                      </a:r>
                      <a:endParaRPr sz="800" u="none" cap="none" strike="noStrike">
                        <a:latin typeface="Montserrat"/>
                        <a:ea typeface="Montserrat"/>
                        <a:cs typeface="Montserrat"/>
                        <a:sym typeface="Montserrat"/>
                      </a:endParaRPr>
                    </a:p>
                  </a:txBody>
                  <a:tcPr marT="109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1270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Major Enhancements</a:t>
                      </a:r>
                      <a:endParaRPr sz="800" u="none" cap="none" strike="noStrike">
                        <a:latin typeface="Montserrat"/>
                        <a:ea typeface="Montserrat"/>
                        <a:cs typeface="Montserrat"/>
                        <a:sym typeface="Montserrat"/>
                      </a:endParaRPr>
                    </a:p>
                  </a:txBody>
                  <a:tcPr marT="119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4953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[SFA-Web] [Web Revamp]</a:t>
                      </a:r>
                      <a:endParaRPr sz="800" u="none" cap="none" strike="noStrike">
                        <a:latin typeface="Montserrat"/>
                        <a:ea typeface="Montserrat"/>
                        <a:cs typeface="Montserrat"/>
                        <a:sym typeface="Montserrat"/>
                      </a:endParaRPr>
                    </a:p>
                    <a:p>
                      <a:pPr indent="0" lvl="0" marL="50800" marR="0" rtl="0" algn="l">
                        <a:lnSpc>
                          <a:spcPct val="113809"/>
                        </a:lnSpc>
                        <a:spcBef>
                          <a:spcPts val="0"/>
                        </a:spcBef>
                        <a:spcAft>
                          <a:spcPts val="0"/>
                        </a:spcAft>
                        <a:buNone/>
                      </a:pPr>
                      <a:r>
                        <a:rPr lang="en" sz="800" u="none" cap="none" strike="noStrike">
                          <a:solidFill>
                            <a:srgbClr val="1F1F1F"/>
                          </a:solidFill>
                          <a:latin typeface="Montserrat"/>
                          <a:ea typeface="Montserrat"/>
                          <a:cs typeface="Montserrat"/>
                          <a:sym typeface="Montserrat"/>
                        </a:rPr>
                        <a:t>FSP Mapping</a:t>
                      </a:r>
                      <a:endParaRPr sz="800" u="none" cap="none" strike="noStrike">
                        <a:latin typeface="Montserrat"/>
                        <a:ea typeface="Montserrat"/>
                        <a:cs typeface="Montserrat"/>
                        <a:sym typeface="Montserrat"/>
                      </a:endParaRPr>
                    </a:p>
                  </a:txBody>
                  <a:tcPr marT="690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8001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Implementation: Documentation</a:t>
                      </a:r>
                      <a:endParaRPr sz="800" u="none" cap="none" strike="noStrike">
                        <a:latin typeface="Montserrat"/>
                        <a:ea typeface="Montserrat"/>
                        <a:cs typeface="Montserrat"/>
                        <a:sym typeface="Montserrat"/>
                      </a:endParaRPr>
                    </a:p>
                  </a:txBody>
                  <a:tcPr marT="119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2.00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2.00</a:t>
                      </a:r>
                      <a:endParaRPr sz="800" u="none" cap="none" strike="noStrike">
                        <a:latin typeface="Montserrat"/>
                        <a:ea typeface="Montserrat"/>
                        <a:cs typeface="Montserrat"/>
                        <a:sym typeface="Montserrat"/>
                      </a:endParaRPr>
                    </a:p>
                  </a:txBody>
                  <a:tcPr marT="63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119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384428"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Technical &amp; Functional Documentation Meeting</a:t>
                      </a:r>
                      <a:endParaRPr sz="800" u="none" cap="none" strike="noStrike">
                        <a:latin typeface="Montserrat"/>
                        <a:ea typeface="Montserrat"/>
                        <a:cs typeface="Montserrat"/>
                        <a:sym typeface="Montserrat"/>
                      </a:endParaRPr>
                    </a:p>
                  </a:txBody>
                  <a:tcPr marT="119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127000"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Major Enhancements</a:t>
                      </a:r>
                      <a:endParaRPr sz="800" u="none" cap="none" strike="noStrike">
                        <a:latin typeface="Montserrat"/>
                        <a:ea typeface="Montserrat"/>
                        <a:cs typeface="Montserrat"/>
                        <a:sym typeface="Montserrat"/>
                      </a:endParaRPr>
                    </a:p>
                  </a:txBody>
                  <a:tcPr marT="11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495300"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[SFA-Web] [Web Revamp]</a:t>
                      </a:r>
                      <a:endParaRPr sz="800" u="none" cap="none" strike="noStrike">
                        <a:latin typeface="Montserrat"/>
                        <a:ea typeface="Montserrat"/>
                        <a:cs typeface="Montserrat"/>
                        <a:sym typeface="Montserrat"/>
                      </a:endParaRPr>
                    </a:p>
                    <a:p>
                      <a:pPr indent="0" lvl="0" marL="50800" marR="0" rtl="0" algn="l">
                        <a:lnSpc>
                          <a:spcPct val="112857"/>
                        </a:lnSpc>
                        <a:spcBef>
                          <a:spcPts val="0"/>
                        </a:spcBef>
                        <a:spcAft>
                          <a:spcPts val="0"/>
                        </a:spcAft>
                        <a:buNone/>
                      </a:pPr>
                      <a:r>
                        <a:rPr lang="en" sz="800" u="none" cap="none" strike="noStrike">
                          <a:solidFill>
                            <a:srgbClr val="1F1F1F"/>
                          </a:solidFill>
                          <a:latin typeface="Montserrat"/>
                          <a:ea typeface="Montserrat"/>
                          <a:cs typeface="Montserrat"/>
                          <a:sym typeface="Montserrat"/>
                        </a:rPr>
                        <a:t>FSP Mapping</a:t>
                      </a:r>
                      <a:endParaRPr sz="800" u="none" cap="none" strike="noStrike">
                        <a:latin typeface="Montserrat"/>
                        <a:ea typeface="Montserrat"/>
                        <a:cs typeface="Montserrat"/>
                        <a:sym typeface="Montserrat"/>
                      </a:endParaRPr>
                    </a:p>
                  </a:txBody>
                  <a:tcPr marT="686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Testing: Test Case Creation</a:t>
                      </a:r>
                      <a:endParaRPr sz="800" u="none" cap="none" strike="noStrike">
                        <a:latin typeface="Montserrat"/>
                        <a:ea typeface="Montserrat"/>
                        <a:cs typeface="Montserrat"/>
                        <a:sym typeface="Montserrat"/>
                      </a:endParaRPr>
                    </a:p>
                  </a:txBody>
                  <a:tcPr marT="643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643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10.00</a:t>
                      </a:r>
                      <a:endParaRPr sz="800" u="none" cap="none" strike="noStrike">
                        <a:latin typeface="Montserrat"/>
                        <a:ea typeface="Montserrat"/>
                        <a:cs typeface="Montserrat"/>
                        <a:sym typeface="Montserrat"/>
                      </a:endParaRPr>
                    </a:p>
                  </a:txBody>
                  <a:tcPr marT="643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10.00</a:t>
                      </a:r>
                      <a:endParaRPr sz="800" u="none" cap="none" strike="noStrike">
                        <a:latin typeface="Montserrat"/>
                        <a:ea typeface="Montserrat"/>
                        <a:cs typeface="Montserrat"/>
                        <a:sym typeface="Montserrat"/>
                      </a:endParaRPr>
                    </a:p>
                  </a:txBody>
                  <a:tcPr marT="643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11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212978" rtl="0" algn="l">
                        <a:lnSpc>
                          <a:spcPct val="117142"/>
                        </a:lnSpc>
                        <a:spcBef>
                          <a:spcPts val="0"/>
                        </a:spcBef>
                        <a:spcAft>
                          <a:spcPts val="0"/>
                        </a:spcAft>
                        <a:buNone/>
                      </a:pPr>
                      <a:r>
                        <a:rPr lang="en" sz="800" u="none" cap="none" strike="noStrike">
                          <a:solidFill>
                            <a:srgbClr val="1F1F1F"/>
                          </a:solidFill>
                          <a:latin typeface="Montserrat"/>
                          <a:ea typeface="Montserrat"/>
                          <a:cs typeface="Montserrat"/>
                          <a:sym typeface="Montserrat"/>
                        </a:rPr>
                        <a:t>Test Case creation of FSP Mapping and compare with SFA</a:t>
                      </a:r>
                      <a:endParaRPr sz="800" u="none" cap="none" strike="noStrike">
                        <a:latin typeface="Montserrat"/>
                        <a:ea typeface="Montserrat"/>
                        <a:cs typeface="Montserrat"/>
                        <a:sym typeface="Montserrat"/>
                      </a:endParaRPr>
                    </a:p>
                  </a:txBody>
                  <a:tcPr marT="11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0"/>
          <p:cNvSpPr txBox="1"/>
          <p:nvPr>
            <p:ph type="title"/>
          </p:nvPr>
        </p:nvSpPr>
        <p:spPr>
          <a:xfrm>
            <a:off x="261250" y="169515"/>
            <a:ext cx="8496300" cy="39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1600"/>
              <a:t>Part 1.3: Weekly Planned vs Actual Analysis</a:t>
            </a:r>
            <a:endParaRPr sz="1600"/>
          </a:p>
        </p:txBody>
      </p:sp>
      <p:sp>
        <p:nvSpPr>
          <p:cNvPr id="256" name="Google Shape;256;p40"/>
          <p:cNvSpPr txBox="1"/>
          <p:nvPr/>
        </p:nvSpPr>
        <p:spPr>
          <a:xfrm>
            <a:off x="308588" y="1807450"/>
            <a:ext cx="4302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000">
                <a:solidFill>
                  <a:schemeClr val="dk1"/>
                </a:solidFill>
              </a:rPr>
              <a:t> </a:t>
            </a:r>
            <a:r>
              <a:rPr lang="en" sz="2000"/>
              <a:t> </a:t>
            </a:r>
            <a:endParaRPr sz="2000"/>
          </a:p>
        </p:txBody>
      </p:sp>
      <p:graphicFrame>
        <p:nvGraphicFramePr>
          <p:cNvPr id="257" name="Google Shape;257;p40"/>
          <p:cNvGraphicFramePr/>
          <p:nvPr/>
        </p:nvGraphicFramePr>
        <p:xfrm>
          <a:off x="348338" y="935800"/>
          <a:ext cx="3000000" cy="3000000"/>
        </p:xfrm>
        <a:graphic>
          <a:graphicData uri="http://schemas.openxmlformats.org/drawingml/2006/table">
            <a:tbl>
              <a:tblPr>
                <a:noFill/>
                <a:tableStyleId>{E096F313-4B49-42B1-A1C5-13A5E9195BEB}</a:tableStyleId>
              </a:tblPr>
              <a:tblGrid>
                <a:gridCol w="963825"/>
                <a:gridCol w="1299850"/>
                <a:gridCol w="1702225"/>
                <a:gridCol w="1037150"/>
                <a:gridCol w="871175"/>
                <a:gridCol w="750575"/>
                <a:gridCol w="1697325"/>
              </a:tblGrid>
              <a:tr h="415400">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Category</a:t>
                      </a:r>
                      <a:endParaRPr b="1" sz="900">
                        <a:latin typeface="Montserrat"/>
                        <a:ea typeface="Montserrat"/>
                        <a:cs typeface="Montserrat"/>
                        <a:sym typeface="Montserrat"/>
                      </a:endParaRPr>
                    </a:p>
                  </a:txBody>
                  <a:tcPr marT="19050" marB="19050" marR="28575" marL="28575" anchor="ctr">
                    <a:lnL cap="flat" cmpd="sng" w="10575">
                      <a:solidFill>
                        <a:srgbClr val="000000"/>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Application/Domain</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Task/Activity Description</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Planned/ Unplanned</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Planned</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Actual</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CCCCCC"/>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ctr">
                        <a:lnSpc>
                          <a:spcPct val="115000"/>
                        </a:lnSpc>
                        <a:spcBef>
                          <a:spcPts val="0"/>
                        </a:spcBef>
                        <a:spcAft>
                          <a:spcPts val="0"/>
                        </a:spcAft>
                        <a:buNone/>
                      </a:pPr>
                      <a:r>
                        <a:rPr b="1" lang="en" sz="900">
                          <a:latin typeface="Montserrat"/>
                          <a:ea typeface="Montserrat"/>
                          <a:cs typeface="Montserrat"/>
                          <a:sym typeface="Montserrat"/>
                        </a:rPr>
                        <a:t>Remarks</a:t>
                      </a:r>
                      <a:endParaRPr b="1" sz="900">
                        <a:latin typeface="Montserrat"/>
                        <a:ea typeface="Montserrat"/>
                        <a:cs typeface="Montserrat"/>
                        <a:sym typeface="Montserrat"/>
                      </a:endParaRPr>
                    </a:p>
                  </a:txBody>
                  <a:tcPr marT="19050" marB="19050" marR="28575" marL="28575" anchor="ctr">
                    <a:lnL cap="flat" cmpd="sng" w="10575">
                      <a:solidFill>
                        <a:srgbClr val="CCCCCC"/>
                      </a:solidFill>
                      <a:prstDash val="solid"/>
                      <a:round/>
                      <a:headEnd len="sm" w="sm" type="none"/>
                      <a:tailEnd len="sm" w="sm" type="none"/>
                    </a:lnL>
                    <a:lnR cap="flat" cmpd="sng" w="10575">
                      <a:solidFill>
                        <a:srgbClr val="000000"/>
                      </a:solidFill>
                      <a:prstDash val="solid"/>
                      <a:round/>
                      <a:headEnd len="sm" w="sm" type="none"/>
                      <a:tailEnd len="sm" w="sm" type="none"/>
                    </a:lnR>
                    <a:lnT cap="flat" cmpd="sng" w="1057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367075">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1270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Major Enhancements</a:t>
                      </a:r>
                      <a:endParaRPr sz="800" u="none" cap="none" strike="noStrike">
                        <a:latin typeface="Montserrat"/>
                        <a:ea typeface="Montserrat"/>
                        <a:cs typeface="Montserrat"/>
                        <a:sym typeface="Montserrat"/>
                      </a:endParaRPr>
                    </a:p>
                  </a:txBody>
                  <a:tcPr marT="766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rtl="0" algn="l">
                        <a:lnSpc>
                          <a:spcPct val="112857"/>
                        </a:lnSpc>
                        <a:spcBef>
                          <a:spcPts val="0"/>
                        </a:spcBef>
                        <a:spcAft>
                          <a:spcPts val="0"/>
                        </a:spcAft>
                        <a:buSzPts val="1100"/>
                        <a:buNone/>
                      </a:pPr>
                      <a:r>
                        <a:rPr lang="en" sz="800">
                          <a:solidFill>
                            <a:srgbClr val="1F1F1F"/>
                          </a:solidFill>
                          <a:latin typeface="Montserrat"/>
                          <a:ea typeface="Montserrat"/>
                          <a:cs typeface="Montserrat"/>
                          <a:sym typeface="Montserrat"/>
                        </a:rPr>
                        <a:t>[SFA-Web] [Web Revamp] Customer Bank Accs</a:t>
                      </a:r>
                      <a:endParaRPr sz="800">
                        <a:solidFill>
                          <a:srgbClr val="1F1F1F"/>
                        </a:solidFill>
                        <a:latin typeface="Montserrat"/>
                        <a:ea typeface="Montserrat"/>
                        <a:cs typeface="Montserrat"/>
                        <a:sym typeface="Montserrat"/>
                      </a:endParaRPr>
                    </a:p>
                  </a:txBody>
                  <a:tcPr marT="185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3175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Deployment: Environment Setup</a:t>
                      </a:r>
                      <a:endParaRPr sz="800" u="none" cap="none" strike="noStrike">
                        <a:latin typeface="Montserrat"/>
                        <a:ea typeface="Montserrat"/>
                        <a:cs typeface="Montserrat"/>
                        <a:sym typeface="Montserrat"/>
                      </a:endParaRPr>
                    </a:p>
                  </a:txBody>
                  <a:tcPr marT="766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2.00</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1.00</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155828"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Set up main branch and create merge req for Customer Bank Accounts</a:t>
                      </a:r>
                      <a:endParaRPr sz="800" u="none" cap="none" strike="noStrike">
                        <a:latin typeface="Montserrat"/>
                        <a:ea typeface="Montserrat"/>
                        <a:cs typeface="Montserrat"/>
                        <a:sym typeface="Montserrat"/>
                      </a:endParaRPr>
                    </a:p>
                  </a:txBody>
                  <a:tcPr marT="185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02325">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1270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Major Enhancements</a:t>
                      </a:r>
                      <a:endParaRPr sz="800" u="none" cap="none" strike="noStrike">
                        <a:latin typeface="Montserrat"/>
                        <a:ea typeface="Montserrat"/>
                        <a:cs typeface="Montserrat"/>
                        <a:sym typeface="Montserrat"/>
                      </a:endParaRPr>
                    </a:p>
                  </a:txBody>
                  <a:tcPr marT="766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rtl="0" algn="l">
                        <a:lnSpc>
                          <a:spcPct val="112857"/>
                        </a:lnSpc>
                        <a:spcBef>
                          <a:spcPts val="0"/>
                        </a:spcBef>
                        <a:spcAft>
                          <a:spcPts val="0"/>
                        </a:spcAft>
                        <a:buSzPts val="1100"/>
                        <a:buNone/>
                      </a:pPr>
                      <a:r>
                        <a:rPr lang="en" sz="800">
                          <a:solidFill>
                            <a:srgbClr val="1F1F1F"/>
                          </a:solidFill>
                          <a:latin typeface="Montserrat"/>
                          <a:ea typeface="Montserrat"/>
                          <a:cs typeface="Montserrat"/>
                          <a:sym typeface="Montserrat"/>
                        </a:rPr>
                        <a:t>[SFA-Web] [Web Revamp] Customer Bank Accs</a:t>
                      </a:r>
                      <a:endParaRPr sz="800">
                        <a:solidFill>
                          <a:srgbClr val="1F1F1F"/>
                        </a:solidFill>
                        <a:latin typeface="Montserrat"/>
                        <a:ea typeface="Montserrat"/>
                        <a:cs typeface="Montserrat"/>
                        <a:sym typeface="Montserrat"/>
                      </a:endParaRPr>
                    </a:p>
                  </a:txBody>
                  <a:tcPr marT="185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8001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Implementation: Documentation</a:t>
                      </a:r>
                      <a:endParaRPr sz="800" u="none" cap="none" strike="noStrike">
                        <a:latin typeface="Montserrat"/>
                        <a:ea typeface="Montserrat"/>
                        <a:cs typeface="Montserrat"/>
                        <a:sym typeface="Montserrat"/>
                      </a:endParaRPr>
                    </a:p>
                  </a:txBody>
                  <a:tcPr marT="766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1.00</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2.00</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212978"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Customer Bank Accounts MOP Creation</a:t>
                      </a:r>
                      <a:endParaRPr sz="800" u="none" cap="none" strike="noStrike">
                        <a:latin typeface="Montserrat"/>
                        <a:ea typeface="Montserrat"/>
                        <a:cs typeface="Montserrat"/>
                        <a:sym typeface="Montserrat"/>
                      </a:endParaRPr>
                    </a:p>
                  </a:txBody>
                  <a:tcPr marT="766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1270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Major Enhancements</a:t>
                      </a:r>
                      <a:endParaRPr sz="800" u="none" cap="none" strike="noStrike">
                        <a:latin typeface="Montserrat"/>
                        <a:ea typeface="Montserrat"/>
                        <a:cs typeface="Montserrat"/>
                        <a:sym typeface="Montserrat"/>
                      </a:endParaRPr>
                    </a:p>
                  </a:txBody>
                  <a:tcPr marT="766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50800" marR="495300" rtl="0" algn="l">
                        <a:lnSpc>
                          <a:spcPct val="116190"/>
                        </a:lnSpc>
                        <a:spcBef>
                          <a:spcPts val="0"/>
                        </a:spcBef>
                        <a:spcAft>
                          <a:spcPts val="0"/>
                        </a:spcAft>
                        <a:buNone/>
                      </a:pPr>
                      <a:r>
                        <a:rPr lang="en" sz="800" u="none" cap="none" strike="noStrike">
                          <a:solidFill>
                            <a:srgbClr val="1F1F1F"/>
                          </a:solidFill>
                          <a:latin typeface="Montserrat"/>
                          <a:ea typeface="Montserrat"/>
                          <a:cs typeface="Montserrat"/>
                          <a:sym typeface="Montserrat"/>
                        </a:rPr>
                        <a:t>[SFA-Web] [Web Revamp]</a:t>
                      </a:r>
                      <a:endParaRPr sz="800" u="none" cap="none" strike="noStrike">
                        <a:latin typeface="Montserrat"/>
                        <a:ea typeface="Montserrat"/>
                        <a:cs typeface="Montserrat"/>
                        <a:sym typeface="Montserrat"/>
                      </a:endParaRPr>
                    </a:p>
                    <a:p>
                      <a:pPr indent="0" lvl="0" marL="50800" marR="0" rtl="0" algn="l">
                        <a:lnSpc>
                          <a:spcPct val="112857"/>
                        </a:lnSpc>
                        <a:spcBef>
                          <a:spcPts val="0"/>
                        </a:spcBef>
                        <a:spcAft>
                          <a:spcPts val="0"/>
                        </a:spcAft>
                        <a:buNone/>
                      </a:pPr>
                      <a:r>
                        <a:rPr lang="en" sz="800" u="none" cap="none" strike="noStrike">
                          <a:solidFill>
                            <a:srgbClr val="1F1F1F"/>
                          </a:solidFill>
                          <a:latin typeface="Montserrat"/>
                          <a:ea typeface="Montserrat"/>
                          <a:cs typeface="Montserrat"/>
                          <a:sym typeface="Montserrat"/>
                        </a:rPr>
                        <a:t>MCP Report</a:t>
                      </a:r>
                      <a:endParaRPr sz="800" u="none" cap="none" strike="noStrike">
                        <a:latin typeface="Montserrat"/>
                        <a:ea typeface="Montserrat"/>
                        <a:cs typeface="Montserrat"/>
                        <a:sym typeface="Montserrat"/>
                      </a:endParaRPr>
                    </a:p>
                  </a:txBody>
                  <a:tcPr marT="185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Planning: Analysis</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Planned</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9.00</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9.00</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lang="en" sz="800" u="none" cap="none" strike="noStrike">
                          <a:solidFill>
                            <a:srgbClr val="1F1F1F"/>
                          </a:solidFill>
                          <a:latin typeface="Montserrat"/>
                          <a:ea typeface="Montserrat"/>
                          <a:cs typeface="Montserrat"/>
                          <a:sym typeface="Montserrat"/>
                        </a:rPr>
                        <a:t>Code review in SFA</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8100">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b="1" lang="en" sz="800" u="none" cap="none" strike="noStrike">
                          <a:solidFill>
                            <a:srgbClr val="1F1F1F"/>
                          </a:solidFill>
                          <a:latin typeface="Montserrat"/>
                          <a:ea typeface="Montserrat"/>
                          <a:cs typeface="Montserrat"/>
                          <a:sym typeface="Montserrat"/>
                        </a:rPr>
                        <a:t>Total:</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b="1" lang="en" sz="800" u="none" cap="none" strike="noStrike">
                          <a:solidFill>
                            <a:srgbClr val="1F1F1F"/>
                          </a:solidFill>
                          <a:latin typeface="Montserrat"/>
                          <a:ea typeface="Montserrat"/>
                          <a:cs typeface="Montserrat"/>
                          <a:sym typeface="Montserrat"/>
                        </a:rPr>
                        <a:t>45.00</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p>
                      <a:pPr indent="0" lvl="0" marL="0" marR="0" rtl="0" algn="l">
                        <a:lnSpc>
                          <a:spcPct val="100000"/>
                        </a:lnSpc>
                        <a:spcBef>
                          <a:spcPts val="100"/>
                        </a:spcBef>
                        <a:spcAft>
                          <a:spcPts val="0"/>
                        </a:spcAft>
                        <a:buNone/>
                      </a:pPr>
                      <a:r>
                        <a:t/>
                      </a:r>
                      <a:endParaRPr sz="800" u="none" cap="none" strike="noStrike">
                        <a:latin typeface="Montserrat"/>
                        <a:ea typeface="Montserrat"/>
                        <a:cs typeface="Montserrat"/>
                        <a:sym typeface="Montserrat"/>
                      </a:endParaRPr>
                    </a:p>
                    <a:p>
                      <a:pPr indent="0" lvl="0" marL="0" marR="0" rtl="0" algn="ctr">
                        <a:lnSpc>
                          <a:spcPct val="100000"/>
                        </a:lnSpc>
                        <a:spcBef>
                          <a:spcPts val="0"/>
                        </a:spcBef>
                        <a:spcAft>
                          <a:spcPts val="0"/>
                        </a:spcAft>
                        <a:buNone/>
                      </a:pPr>
                      <a:r>
                        <a:rPr b="1" lang="en" sz="800" u="none" cap="none" strike="noStrike">
                          <a:solidFill>
                            <a:srgbClr val="1F1F1F"/>
                          </a:solidFill>
                          <a:latin typeface="Montserrat"/>
                          <a:ea typeface="Montserrat"/>
                          <a:cs typeface="Montserrat"/>
                          <a:sym typeface="Montserrat"/>
                        </a:rPr>
                        <a:t>45.00</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8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41"/>
          <p:cNvSpPr txBox="1"/>
          <p:nvPr>
            <p:ph type="title"/>
          </p:nvPr>
        </p:nvSpPr>
        <p:spPr>
          <a:xfrm>
            <a:off x="261250" y="169515"/>
            <a:ext cx="8496300" cy="39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1600"/>
              <a:t>Part 1.3: Weekly Planned vs Actual Analysis</a:t>
            </a:r>
            <a:endParaRPr sz="1600"/>
          </a:p>
        </p:txBody>
      </p:sp>
      <p:sp>
        <p:nvSpPr>
          <p:cNvPr id="263" name="Google Shape;263;p41"/>
          <p:cNvSpPr txBox="1"/>
          <p:nvPr/>
        </p:nvSpPr>
        <p:spPr>
          <a:xfrm>
            <a:off x="308588" y="1807450"/>
            <a:ext cx="4302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000">
                <a:solidFill>
                  <a:schemeClr val="dk1"/>
                </a:solidFill>
              </a:rPr>
              <a:t> </a:t>
            </a:r>
            <a:r>
              <a:rPr lang="en" sz="2000"/>
              <a:t> </a:t>
            </a:r>
            <a:endParaRPr sz="2000"/>
          </a:p>
        </p:txBody>
      </p:sp>
      <p:sp>
        <p:nvSpPr>
          <p:cNvPr id="264" name="Google Shape;264;p41"/>
          <p:cNvSpPr txBox="1"/>
          <p:nvPr/>
        </p:nvSpPr>
        <p:spPr>
          <a:xfrm>
            <a:off x="384625" y="729475"/>
            <a:ext cx="8373000" cy="3592500"/>
          </a:xfrm>
          <a:prstGeom prst="rect">
            <a:avLst/>
          </a:prstGeom>
          <a:noFill/>
          <a:ln>
            <a:noFill/>
          </a:ln>
        </p:spPr>
        <p:txBody>
          <a:bodyPr anchorCtr="0" anchor="t" bIns="91425" lIns="91425" spcFirstLastPara="1" rIns="91425" wrap="square" tIns="91425">
            <a:spAutoFit/>
          </a:bodyPr>
          <a:lstStyle/>
          <a:p>
            <a:pPr indent="457200" lvl="0" marL="0" rtl="0" algn="l">
              <a:lnSpc>
                <a:spcPct val="115000"/>
              </a:lnSpc>
              <a:spcBef>
                <a:spcPts val="1200"/>
              </a:spcBef>
              <a:spcAft>
                <a:spcPts val="0"/>
              </a:spcAft>
              <a:buClr>
                <a:schemeClr val="dk1"/>
              </a:buClr>
              <a:buSzPts val="1100"/>
              <a:buFont typeface="Arial"/>
              <a:buNone/>
            </a:pPr>
            <a:r>
              <a:rPr lang="en" sz="1200">
                <a:solidFill>
                  <a:srgbClr val="12284C"/>
                </a:solidFill>
                <a:latin typeface="Montserrat"/>
                <a:ea typeface="Montserrat"/>
                <a:cs typeface="Montserrat"/>
                <a:sym typeface="Montserrat"/>
              </a:rPr>
              <a:t>The weekly analysis shows the total actual time spent matched the planned budget exactly at 45.00 hours, yielding a zero net variance. All work items were planned — no unplanned activities surfaced during the week.</a:t>
            </a:r>
            <a:endParaRPr sz="1200">
              <a:solidFill>
                <a:srgbClr val="12284C"/>
              </a:solidFill>
              <a:latin typeface="Montserrat"/>
              <a:ea typeface="Montserrat"/>
              <a:cs typeface="Montserrat"/>
              <a:sym typeface="Montserrat"/>
            </a:endParaRPr>
          </a:p>
          <a:p>
            <a:pPr indent="457200" lvl="0" marL="0" rtl="0" algn="l">
              <a:lnSpc>
                <a:spcPct val="115000"/>
              </a:lnSpc>
              <a:spcBef>
                <a:spcPts val="1200"/>
              </a:spcBef>
              <a:spcAft>
                <a:spcPts val="0"/>
              </a:spcAft>
              <a:buClr>
                <a:schemeClr val="dk1"/>
              </a:buClr>
              <a:buSzPts val="1100"/>
              <a:buFont typeface="Arial"/>
              <a:buNone/>
            </a:pPr>
            <a:r>
              <a:rPr lang="en" sz="1200">
                <a:solidFill>
                  <a:srgbClr val="12284C"/>
                </a:solidFill>
                <a:latin typeface="Montserrat"/>
                <a:ea typeface="Montserrat"/>
                <a:cs typeface="Montserrat"/>
                <a:sym typeface="Montserrat"/>
              </a:rPr>
              <a:t>Major Enhancements drove the largest share of effort. FSP Mapping consumed 12.00 hours across Implementation: Documentation (technical &amp; functional documentation meetings) and Testing: Test Case Creation, finishing exactly on plan. </a:t>
            </a:r>
            <a:endParaRPr sz="1200">
              <a:solidFill>
                <a:srgbClr val="12284C"/>
              </a:solidFill>
              <a:latin typeface="Montserrat"/>
              <a:ea typeface="Montserrat"/>
              <a:cs typeface="Montserrat"/>
              <a:sym typeface="Montserrat"/>
            </a:endParaRPr>
          </a:p>
          <a:p>
            <a:pPr indent="457200" lvl="0" marL="0" rtl="0" algn="l">
              <a:lnSpc>
                <a:spcPct val="115000"/>
              </a:lnSpc>
              <a:spcBef>
                <a:spcPts val="1200"/>
              </a:spcBef>
              <a:spcAft>
                <a:spcPts val="0"/>
              </a:spcAft>
              <a:buClr>
                <a:schemeClr val="dk1"/>
              </a:buClr>
              <a:buSzPts val="1100"/>
              <a:buFont typeface="Arial"/>
              <a:buNone/>
            </a:pPr>
            <a:r>
              <a:rPr lang="en" sz="1200">
                <a:solidFill>
                  <a:srgbClr val="12284C"/>
                </a:solidFill>
                <a:latin typeface="Montserrat"/>
                <a:ea typeface="Montserrat"/>
                <a:cs typeface="Montserrat"/>
                <a:sym typeface="Montserrat"/>
              </a:rPr>
              <a:t>The [SFA-Web] Expenses Revamp Testing: Bug Fixing track absorbed 8.00 hours on UAT testing — fixing issue logs and supporting users — landing exactly on its planned budget. Documentation work under Others (Data Dictionary and RTM for all modules) consumed the planned 7.00 hours, and Training (Functional) on Claude API completed within its 2.00-hour allotment.</a:t>
            </a:r>
            <a:endParaRPr sz="1200">
              <a:solidFill>
                <a:srgbClr val="12284C"/>
              </a:solidFill>
              <a:latin typeface="Montserrat"/>
              <a:ea typeface="Montserrat"/>
              <a:cs typeface="Montserrat"/>
              <a:sym typeface="Montserrat"/>
            </a:endParaRPr>
          </a:p>
          <a:p>
            <a:pPr indent="457200" lvl="0" marL="0" rtl="0" algn="l">
              <a:lnSpc>
                <a:spcPct val="115000"/>
              </a:lnSpc>
              <a:spcBef>
                <a:spcPts val="1200"/>
              </a:spcBef>
              <a:spcAft>
                <a:spcPts val="1200"/>
              </a:spcAft>
              <a:buNone/>
            </a:pPr>
            <a:r>
              <a:rPr lang="en" sz="1200">
                <a:solidFill>
                  <a:srgbClr val="12284C"/>
                </a:solidFill>
                <a:latin typeface="Montserrat"/>
                <a:ea typeface="Montserrat"/>
                <a:cs typeface="Montserrat"/>
                <a:sym typeface="Montserrat"/>
              </a:rPr>
              <a:t>A minor reshuffle occurred within Collection Receiving: Deployment Environment Setup under-spent by 1.00 hour (2.00 planned vs 1.00 actual) while Implementation: Documentation (Customer Bank Accounts MOP Creation) over-spent by 1.00 hour (1.00 planned vs 2.00 actual). Net effect on the Collection Receiving track was zero. Team Meetings and Productivity Log updates closed on plan.</a:t>
            </a:r>
            <a:endParaRPr sz="1200">
              <a:solidFill>
                <a:srgbClr val="12284C"/>
              </a:solidFill>
              <a:latin typeface="Montserrat"/>
              <a:ea typeface="Montserrat"/>
              <a:cs typeface="Montserrat"/>
              <a:sym typeface="Montserra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42"/>
          <p:cNvSpPr txBox="1"/>
          <p:nvPr>
            <p:ph type="title"/>
          </p:nvPr>
        </p:nvSpPr>
        <p:spPr>
          <a:xfrm>
            <a:off x="249100" y="183174"/>
            <a:ext cx="8520600" cy="523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89"/>
              <a:t>Part 2.1: Project Progress Update</a:t>
            </a:r>
            <a:endParaRPr sz="2089"/>
          </a:p>
        </p:txBody>
      </p:sp>
      <p:graphicFrame>
        <p:nvGraphicFramePr>
          <p:cNvPr id="270" name="Google Shape;270;p42"/>
          <p:cNvGraphicFramePr/>
          <p:nvPr/>
        </p:nvGraphicFramePr>
        <p:xfrm>
          <a:off x="357525" y="706375"/>
          <a:ext cx="3000000" cy="3000000"/>
        </p:xfrm>
        <a:graphic>
          <a:graphicData uri="http://schemas.openxmlformats.org/drawingml/2006/table">
            <a:tbl>
              <a:tblPr>
                <a:noFill/>
                <a:tableStyleId>{7DFA0212-414B-471C-9494-E5C37E109D46}</a:tableStyleId>
              </a:tblPr>
              <a:tblGrid>
                <a:gridCol w="1480775"/>
                <a:gridCol w="3696275"/>
                <a:gridCol w="2049825"/>
                <a:gridCol w="1185325"/>
              </a:tblGrid>
              <a:tr h="182600">
                <a:tc>
                  <a:txBody>
                    <a:bodyPr/>
                    <a:lstStyle/>
                    <a:p>
                      <a:pPr indent="0" lvl="0" marL="50800" marR="0" rtl="0" algn="l">
                        <a:lnSpc>
                          <a:spcPct val="100000"/>
                        </a:lnSpc>
                        <a:spcBef>
                          <a:spcPts val="0"/>
                        </a:spcBef>
                        <a:spcAft>
                          <a:spcPts val="0"/>
                        </a:spcAft>
                        <a:buNone/>
                      </a:pPr>
                      <a:r>
                        <a:rPr b="1" lang="en" sz="1100" u="none" cap="none" strike="noStrike">
                          <a:solidFill>
                            <a:srgbClr val="1F1F1F"/>
                          </a:solidFill>
                          <a:latin typeface="Montserrat"/>
                          <a:ea typeface="Montserrat"/>
                          <a:cs typeface="Montserrat"/>
                          <a:sym typeface="Montserrat"/>
                        </a:rPr>
                        <a:t>Project Name:</a:t>
                      </a:r>
                      <a:endParaRPr sz="1100" u="none" cap="none" strike="noStrike">
                        <a:latin typeface="Montserrat"/>
                        <a:ea typeface="Montserrat"/>
                        <a:cs typeface="Montserrat"/>
                        <a:sym typeface="Montserrat"/>
                      </a:endParaRPr>
                    </a:p>
                  </a:txBody>
                  <a:tcPr marT="676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0" rtl="0" algn="l">
                        <a:lnSpc>
                          <a:spcPct val="100000"/>
                        </a:lnSpc>
                        <a:spcBef>
                          <a:spcPts val="0"/>
                        </a:spcBef>
                        <a:spcAft>
                          <a:spcPts val="0"/>
                        </a:spcAft>
                        <a:buNone/>
                      </a:pPr>
                      <a:r>
                        <a:rPr b="1" lang="en" sz="1100" u="none" cap="none" strike="noStrike">
                          <a:solidFill>
                            <a:srgbClr val="1F1F1F"/>
                          </a:solidFill>
                          <a:latin typeface="Montserrat"/>
                          <a:ea typeface="Montserrat"/>
                          <a:cs typeface="Montserrat"/>
                          <a:sym typeface="Montserrat"/>
                        </a:rPr>
                        <a:t>[SFA-Web] [Web Revamp] FSP Mapping</a:t>
                      </a:r>
                      <a:endParaRPr sz="1100" u="none" cap="none" strike="noStrike">
                        <a:latin typeface="Montserrat"/>
                        <a:ea typeface="Montserrat"/>
                        <a:cs typeface="Montserrat"/>
                        <a:sym typeface="Montserrat"/>
                      </a:endParaRPr>
                    </a:p>
                  </a:txBody>
                  <a:tcPr marT="676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0" rtl="0" algn="l">
                        <a:lnSpc>
                          <a:spcPct val="100000"/>
                        </a:lnSpc>
                        <a:spcBef>
                          <a:spcPts val="0"/>
                        </a:spcBef>
                        <a:spcAft>
                          <a:spcPts val="0"/>
                        </a:spcAft>
                        <a:buNone/>
                      </a:pPr>
                      <a:r>
                        <a:rPr b="1" lang="en" sz="1100" u="none" cap="none" strike="noStrike">
                          <a:solidFill>
                            <a:srgbClr val="1F1F1F"/>
                          </a:solidFill>
                          <a:latin typeface="Montserrat"/>
                          <a:ea typeface="Montserrat"/>
                          <a:cs typeface="Montserrat"/>
                          <a:sym typeface="Montserrat"/>
                        </a:rPr>
                        <a:t>Planned Start Date:</a:t>
                      </a:r>
                      <a:endParaRPr sz="1100" u="none" cap="none" strike="noStrike">
                        <a:latin typeface="Montserrat"/>
                        <a:ea typeface="Montserrat"/>
                        <a:cs typeface="Montserrat"/>
                        <a:sym typeface="Montserrat"/>
                      </a:endParaRPr>
                    </a:p>
                  </a:txBody>
                  <a:tcPr marT="67625"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 sz="1200">
                          <a:latin typeface="Montserrat"/>
                          <a:ea typeface="Montserrat"/>
                          <a:cs typeface="Montserrat"/>
                          <a:sym typeface="Montserrat"/>
                        </a:rPr>
                        <a:t>04/06/2026</a:t>
                      </a:r>
                      <a:endParaRPr sz="1200">
                        <a:latin typeface="Montserrat"/>
                        <a:ea typeface="Montserrat"/>
                        <a:cs typeface="Montserrat"/>
                        <a:sym typeface="Montserrat"/>
                      </a:endParaRPr>
                    </a:p>
                  </a:txBody>
                  <a:tcPr marT="18275" marB="18275" marR="45700" marL="45700"/>
                </a:tc>
              </a:tr>
              <a:tr h="182600">
                <a:tc>
                  <a:txBody>
                    <a:bodyPr/>
                    <a:lstStyle/>
                    <a:p>
                      <a:pPr indent="0" lvl="0" marL="50800" marR="0" rtl="0" algn="l">
                        <a:lnSpc>
                          <a:spcPct val="100000"/>
                        </a:lnSpc>
                        <a:spcBef>
                          <a:spcPts val="0"/>
                        </a:spcBef>
                        <a:spcAft>
                          <a:spcPts val="0"/>
                        </a:spcAft>
                        <a:buNone/>
                      </a:pPr>
                      <a:r>
                        <a:rPr b="1" lang="en" sz="1000" u="none" cap="none" strike="noStrike">
                          <a:solidFill>
                            <a:srgbClr val="1F1F1F"/>
                          </a:solidFill>
                          <a:latin typeface="Montserrat"/>
                          <a:ea typeface="Montserrat"/>
                          <a:cs typeface="Montserrat"/>
                          <a:sym typeface="Montserrat"/>
                        </a:rPr>
                        <a:t>Description:</a:t>
                      </a:r>
                      <a:endParaRPr sz="1000" u="none" cap="none" strike="noStrike">
                        <a:latin typeface="Montserrat"/>
                        <a:ea typeface="Montserrat"/>
                        <a:cs typeface="Montserrat"/>
                        <a:sym typeface="Montserrat"/>
                      </a:endParaRPr>
                    </a:p>
                  </a:txBody>
                  <a:tcPr marT="91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88900" rtl="0" algn="l">
                        <a:lnSpc>
                          <a:spcPct val="115555"/>
                        </a:lnSpc>
                        <a:spcBef>
                          <a:spcPts val="0"/>
                        </a:spcBef>
                        <a:spcAft>
                          <a:spcPts val="0"/>
                        </a:spcAft>
                        <a:buNone/>
                      </a:pPr>
                      <a:r>
                        <a:rPr lang="en" sz="1000" u="none" cap="none" strike="noStrike">
                          <a:solidFill>
                            <a:srgbClr val="1F1F1F"/>
                          </a:solidFill>
                          <a:latin typeface="Montserrat"/>
                          <a:ea typeface="Montserrat"/>
                          <a:cs typeface="Montserrat"/>
                          <a:sym typeface="Montserrat"/>
                        </a:rPr>
                        <a:t>Implementation Documentation &amp; Test Case Creation for FSP Mapping</a:t>
                      </a:r>
                      <a:endParaRPr sz="1000" u="none" cap="none" strike="noStrike">
                        <a:latin typeface="Montserrat"/>
                        <a:ea typeface="Montserrat"/>
                        <a:cs typeface="Montserrat"/>
                        <a:sym typeface="Montserrat"/>
                      </a:endParaRPr>
                    </a:p>
                  </a:txBody>
                  <a:tcPr marT="276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0" rtl="0" algn="l">
                        <a:lnSpc>
                          <a:spcPct val="100000"/>
                        </a:lnSpc>
                        <a:spcBef>
                          <a:spcPts val="0"/>
                        </a:spcBef>
                        <a:spcAft>
                          <a:spcPts val="0"/>
                        </a:spcAft>
                        <a:buNone/>
                      </a:pPr>
                      <a:r>
                        <a:rPr b="1" lang="en" sz="1000" u="none" cap="none" strike="noStrike">
                          <a:solidFill>
                            <a:srgbClr val="1F1F1F"/>
                          </a:solidFill>
                          <a:latin typeface="Montserrat"/>
                          <a:ea typeface="Montserrat"/>
                          <a:cs typeface="Montserrat"/>
                          <a:sym typeface="Montserrat"/>
                        </a:rPr>
                        <a:t>Planned Finish Date:</a:t>
                      </a:r>
                      <a:endParaRPr sz="1000" u="none" cap="none" strike="noStrike">
                        <a:latin typeface="Montserrat"/>
                        <a:ea typeface="Montserrat"/>
                        <a:cs typeface="Montserrat"/>
                        <a:sym typeface="Montserrat"/>
                      </a:endParaRPr>
                    </a:p>
                  </a:txBody>
                  <a:tcPr marT="91925"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 sz="1200">
                          <a:latin typeface="Montserrat"/>
                          <a:ea typeface="Montserrat"/>
                          <a:cs typeface="Montserrat"/>
                          <a:sym typeface="Montserrat"/>
                        </a:rPr>
                        <a:t>05/31/2026</a:t>
                      </a:r>
                      <a:endParaRPr sz="1200">
                        <a:latin typeface="Montserrat"/>
                        <a:ea typeface="Montserrat"/>
                        <a:cs typeface="Montserrat"/>
                        <a:sym typeface="Montserrat"/>
                      </a:endParaRPr>
                    </a:p>
                  </a:txBody>
                  <a:tcPr marT="18275" marB="18275" marR="45700" marL="45700"/>
                </a:tc>
              </a:tr>
              <a:tr h="182600">
                <a:tc gridSpan="3">
                  <a:txBody>
                    <a:bodyPr/>
                    <a:lstStyle/>
                    <a:p>
                      <a:pPr indent="0" lvl="0" marL="0" marR="0" rtl="0" algn="l">
                        <a:lnSpc>
                          <a:spcPct val="100000"/>
                        </a:lnSpc>
                        <a:spcBef>
                          <a:spcPts val="0"/>
                        </a:spcBef>
                        <a:spcAft>
                          <a:spcPts val="0"/>
                        </a:spcAft>
                        <a:buNone/>
                      </a:pPr>
                      <a:r>
                        <a:t/>
                      </a:r>
                      <a:endParaRPr sz="1100" u="none" cap="none" strike="noStrike">
                        <a:latin typeface="Montserrat"/>
                        <a:ea typeface="Montserrat"/>
                        <a:cs typeface="Montserrat"/>
                        <a:sym typeface="Montserrat"/>
                      </a:endParaRPr>
                    </a:p>
                    <a:p>
                      <a:pPr indent="0" lvl="0" marL="0" marR="0" rtl="0" algn="l">
                        <a:lnSpc>
                          <a:spcPct val="100000"/>
                        </a:lnSpc>
                        <a:spcBef>
                          <a:spcPts val="600"/>
                        </a:spcBef>
                        <a:spcAft>
                          <a:spcPts val="0"/>
                        </a:spcAft>
                        <a:buNone/>
                      </a:pPr>
                      <a:r>
                        <a:t/>
                      </a:r>
                      <a:endParaRPr sz="11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b="1" lang="en" sz="1100" u="none" cap="none" strike="noStrike">
                          <a:solidFill>
                            <a:srgbClr val="1F1F1F"/>
                          </a:solidFill>
                          <a:latin typeface="Montserrat"/>
                          <a:ea typeface="Montserrat"/>
                          <a:cs typeface="Montserrat"/>
                          <a:sym typeface="Montserrat"/>
                        </a:rPr>
                        <a:t>Planned Deliverables This Week</a:t>
                      </a:r>
                      <a:endParaRPr sz="11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hMerge="1"/>
                <a:tc hMerge="1"/>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lnL cap="flat" cmpd="sng" w="9525">
                      <a:solidFill>
                        <a:srgbClr val="000000"/>
                      </a:solidFill>
                      <a:prstDash val="solid"/>
                      <a:round/>
                      <a:headEnd len="sm" w="sm" type="none"/>
                      <a:tailEnd len="sm" w="sm" type="none"/>
                    </a:lnL>
                  </a:tcPr>
                </a:tc>
              </a:tr>
              <a:tr h="182600">
                <a:tc gridSpan="3">
                  <a:txBody>
                    <a:bodyPr/>
                    <a:lstStyle/>
                    <a:p>
                      <a:pPr indent="0" lvl="0" marL="0" marR="0" rtl="0" algn="l">
                        <a:lnSpc>
                          <a:spcPct val="100000"/>
                        </a:lnSpc>
                        <a:spcBef>
                          <a:spcPts val="0"/>
                        </a:spcBef>
                        <a:spcAft>
                          <a:spcPts val="0"/>
                        </a:spcAft>
                        <a:buNone/>
                      </a:pPr>
                      <a:r>
                        <a:t/>
                      </a:r>
                      <a:endParaRPr sz="900" u="none" cap="none" strike="noStrike">
                        <a:latin typeface="Montserrat"/>
                        <a:ea typeface="Montserrat"/>
                        <a:cs typeface="Montserrat"/>
                        <a:sym typeface="Montserrat"/>
                      </a:endParaRPr>
                    </a:p>
                    <a:p>
                      <a:pPr indent="0" lvl="0" marL="50800" marR="0" rtl="0" algn="l">
                        <a:lnSpc>
                          <a:spcPct val="118750"/>
                        </a:lnSpc>
                        <a:spcBef>
                          <a:spcPts val="0"/>
                        </a:spcBef>
                        <a:spcAft>
                          <a:spcPts val="0"/>
                        </a:spcAft>
                        <a:buNone/>
                      </a:pPr>
                      <a:r>
                        <a:rPr lang="en" sz="900" u="none" cap="none" strike="noStrike">
                          <a:solidFill>
                            <a:srgbClr val="1F1F1F"/>
                          </a:solidFill>
                          <a:latin typeface="Montserrat"/>
                          <a:ea typeface="Montserrat"/>
                          <a:cs typeface="Montserrat"/>
                          <a:sym typeface="Montserrat"/>
                        </a:rPr>
                        <a:t>Implementation / Testing</a:t>
                      </a:r>
                      <a:endParaRPr sz="900" u="none" cap="none" strike="noStrike">
                        <a:latin typeface="Montserrat"/>
                        <a:ea typeface="Montserrat"/>
                        <a:cs typeface="Montserrat"/>
                        <a:sym typeface="Montserrat"/>
                      </a:endParaRPr>
                    </a:p>
                    <a:p>
                      <a:pPr indent="-184150" lvl="0" marL="228600" marR="0" rtl="0" algn="l">
                        <a:lnSpc>
                          <a:spcPct val="117083"/>
                        </a:lnSpc>
                        <a:spcBef>
                          <a:spcPts val="0"/>
                        </a:spcBef>
                        <a:spcAft>
                          <a:spcPts val="0"/>
                        </a:spcAft>
                        <a:buClr>
                          <a:srgbClr val="1F1F1F"/>
                        </a:buClr>
                        <a:buSzPts val="900"/>
                        <a:buFont typeface="Montserrat"/>
                        <a:buChar char="•"/>
                      </a:pPr>
                      <a:r>
                        <a:rPr lang="en" sz="900" u="none" cap="none" strike="noStrike">
                          <a:solidFill>
                            <a:srgbClr val="1F1F1F"/>
                          </a:solidFill>
                          <a:latin typeface="Montserrat"/>
                          <a:ea typeface="Montserrat"/>
                          <a:cs typeface="Montserrat"/>
                          <a:sym typeface="Montserrat"/>
                        </a:rPr>
                        <a:t>Implementation: Documentation — Technical Documentation Meeting</a:t>
                      </a:r>
                      <a:endParaRPr sz="900" u="none" cap="none" strike="noStrike">
                        <a:latin typeface="Montserrat"/>
                        <a:ea typeface="Montserrat"/>
                        <a:cs typeface="Montserrat"/>
                        <a:sym typeface="Montserrat"/>
                      </a:endParaRPr>
                    </a:p>
                    <a:p>
                      <a:pPr indent="-184150" lvl="0" marL="228600" marR="0" rtl="0" algn="l">
                        <a:lnSpc>
                          <a:spcPct val="117083"/>
                        </a:lnSpc>
                        <a:spcBef>
                          <a:spcPts val="0"/>
                        </a:spcBef>
                        <a:spcAft>
                          <a:spcPts val="0"/>
                        </a:spcAft>
                        <a:buClr>
                          <a:srgbClr val="1F1F1F"/>
                        </a:buClr>
                        <a:buSzPts val="900"/>
                        <a:buFont typeface="Montserrat"/>
                        <a:buChar char="•"/>
                      </a:pPr>
                      <a:r>
                        <a:rPr lang="en" sz="900" u="none" cap="none" strike="noStrike">
                          <a:solidFill>
                            <a:srgbClr val="1F1F1F"/>
                          </a:solidFill>
                          <a:latin typeface="Montserrat"/>
                          <a:ea typeface="Montserrat"/>
                          <a:cs typeface="Montserrat"/>
                          <a:sym typeface="Montserrat"/>
                        </a:rPr>
                        <a:t>Implementation: Documentation — Functional Documentation Meeting</a:t>
                      </a:r>
                      <a:endParaRPr sz="900" u="none" cap="none" strike="noStrike">
                        <a:latin typeface="Montserrat"/>
                        <a:ea typeface="Montserrat"/>
                        <a:cs typeface="Montserrat"/>
                        <a:sym typeface="Montserrat"/>
                      </a:endParaRPr>
                    </a:p>
                    <a:p>
                      <a:pPr indent="-184150" lvl="0" marL="228600" marR="0" rtl="0" algn="l">
                        <a:lnSpc>
                          <a:spcPct val="118750"/>
                        </a:lnSpc>
                        <a:spcBef>
                          <a:spcPts val="0"/>
                        </a:spcBef>
                        <a:spcAft>
                          <a:spcPts val="0"/>
                        </a:spcAft>
                        <a:buClr>
                          <a:srgbClr val="1F1F1F"/>
                        </a:buClr>
                        <a:buSzPts val="900"/>
                        <a:buFont typeface="Montserrat"/>
                        <a:buChar char="•"/>
                      </a:pPr>
                      <a:r>
                        <a:rPr lang="en" sz="900" u="none" cap="none" strike="noStrike">
                          <a:solidFill>
                            <a:srgbClr val="1F1F1F"/>
                          </a:solidFill>
                          <a:latin typeface="Montserrat"/>
                          <a:ea typeface="Montserrat"/>
                          <a:cs typeface="Montserrat"/>
                          <a:sym typeface="Montserrat"/>
                        </a:rPr>
                        <a:t>Testing: Test Case Creation — FSP Mapping test cases compared with SFA</a:t>
                      </a:r>
                      <a:endParaRPr sz="900" u="none" cap="none" strike="noStrike">
                        <a:latin typeface="Montserrat"/>
                        <a:ea typeface="Montserrat"/>
                        <a:cs typeface="Montserrat"/>
                        <a:sym typeface="Montserrat"/>
                      </a:endParaRPr>
                    </a:p>
                  </a:txBody>
                  <a:tcPr marT="495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hMerge="1"/>
                <a:tc hMerge="1"/>
                <a:tc>
                  <a:txBody>
                    <a:bodyPr/>
                    <a:lstStyle/>
                    <a:p>
                      <a:pPr indent="0" lvl="0" marL="0" rtl="0" algn="l">
                        <a:spcBef>
                          <a:spcPts val="0"/>
                        </a:spcBef>
                        <a:spcAft>
                          <a:spcPts val="0"/>
                        </a:spcAft>
                        <a:buNone/>
                      </a:pPr>
                      <a:r>
                        <a:rPr lang="en">
                          <a:latin typeface="Montserrat"/>
                          <a:ea typeface="Montserrat"/>
                          <a:cs typeface="Montserrat"/>
                          <a:sym typeface="Montserrat"/>
                        </a:rPr>
                        <a:t>Done</a:t>
                      </a:r>
                      <a:endParaRPr>
                        <a:latin typeface="Montserrat"/>
                        <a:ea typeface="Montserrat"/>
                        <a:cs typeface="Montserrat"/>
                        <a:sym typeface="Montserrat"/>
                      </a:endParaRPr>
                    </a:p>
                  </a:txBody>
                  <a:tcPr marT="18275" marB="18275" marR="45700" marL="45700">
                    <a:lnL cap="flat" cmpd="sng" w="9525">
                      <a:solidFill>
                        <a:srgbClr val="000000"/>
                      </a:solidFill>
                      <a:prstDash val="solid"/>
                      <a:round/>
                      <a:headEnd len="sm" w="sm" type="none"/>
                      <a:tailEnd len="sm" w="sm" type="none"/>
                    </a:ln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3"/>
          <p:cNvSpPr txBox="1"/>
          <p:nvPr>
            <p:ph type="title"/>
          </p:nvPr>
        </p:nvSpPr>
        <p:spPr>
          <a:xfrm>
            <a:off x="249100" y="183174"/>
            <a:ext cx="8520600" cy="523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89"/>
              <a:t>Part 2.1: Project Progress Update</a:t>
            </a:r>
            <a:endParaRPr sz="2089"/>
          </a:p>
        </p:txBody>
      </p:sp>
      <p:graphicFrame>
        <p:nvGraphicFramePr>
          <p:cNvPr id="276" name="Google Shape;276;p43"/>
          <p:cNvGraphicFramePr/>
          <p:nvPr/>
        </p:nvGraphicFramePr>
        <p:xfrm>
          <a:off x="357525" y="706375"/>
          <a:ext cx="3000000" cy="3000000"/>
        </p:xfrm>
        <a:graphic>
          <a:graphicData uri="http://schemas.openxmlformats.org/drawingml/2006/table">
            <a:tbl>
              <a:tblPr>
                <a:noFill/>
                <a:tableStyleId>{7DFA0212-414B-471C-9494-E5C37E109D46}</a:tableStyleId>
              </a:tblPr>
              <a:tblGrid>
                <a:gridCol w="1480775"/>
                <a:gridCol w="3696275"/>
                <a:gridCol w="2049825"/>
                <a:gridCol w="1185325"/>
              </a:tblGrid>
              <a:tr h="182600">
                <a:tc>
                  <a:txBody>
                    <a:bodyPr/>
                    <a:lstStyle/>
                    <a:p>
                      <a:pPr indent="0" lvl="0" marL="50800" marR="0" rtl="0" algn="l">
                        <a:lnSpc>
                          <a:spcPct val="100000"/>
                        </a:lnSpc>
                        <a:spcBef>
                          <a:spcPts val="0"/>
                        </a:spcBef>
                        <a:spcAft>
                          <a:spcPts val="0"/>
                        </a:spcAft>
                        <a:buNone/>
                      </a:pPr>
                      <a:r>
                        <a:rPr b="1" lang="en" sz="1100" u="none" cap="none" strike="noStrike">
                          <a:solidFill>
                            <a:srgbClr val="1F1F1F"/>
                          </a:solidFill>
                          <a:latin typeface="Montserrat"/>
                          <a:ea typeface="Montserrat"/>
                          <a:cs typeface="Montserrat"/>
                          <a:sym typeface="Montserrat"/>
                        </a:rPr>
                        <a:t>Project Name:</a:t>
                      </a:r>
                      <a:endParaRPr sz="1100" u="none" cap="none" strike="noStrike">
                        <a:latin typeface="Montserrat"/>
                        <a:ea typeface="Montserrat"/>
                        <a:cs typeface="Montserrat"/>
                        <a:sym typeface="Montserrat"/>
                      </a:endParaRPr>
                    </a:p>
                  </a:txBody>
                  <a:tcPr marT="676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rtl="0" algn="l">
                        <a:spcBef>
                          <a:spcPts val="0"/>
                        </a:spcBef>
                        <a:spcAft>
                          <a:spcPts val="0"/>
                        </a:spcAft>
                        <a:buSzPts val="1100"/>
                        <a:buNone/>
                      </a:pPr>
                      <a:r>
                        <a:rPr b="1" lang="en" sz="1100">
                          <a:solidFill>
                            <a:srgbClr val="1F1F1F"/>
                          </a:solidFill>
                          <a:latin typeface="Montserrat"/>
                          <a:ea typeface="Montserrat"/>
                          <a:cs typeface="Montserrat"/>
                          <a:sym typeface="Montserrat"/>
                        </a:rPr>
                        <a:t>[SFA-Web] [Web Revamp] Customer Bank Accs</a:t>
                      </a:r>
                      <a:endParaRPr b="1" sz="1100">
                        <a:solidFill>
                          <a:srgbClr val="1F1F1F"/>
                        </a:solidFill>
                        <a:latin typeface="Montserrat"/>
                        <a:ea typeface="Montserrat"/>
                        <a:cs typeface="Montserrat"/>
                        <a:sym typeface="Montserrat"/>
                      </a:endParaRPr>
                    </a:p>
                  </a:txBody>
                  <a:tcPr marT="676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0" rtl="0" algn="l">
                        <a:lnSpc>
                          <a:spcPct val="100000"/>
                        </a:lnSpc>
                        <a:spcBef>
                          <a:spcPts val="0"/>
                        </a:spcBef>
                        <a:spcAft>
                          <a:spcPts val="0"/>
                        </a:spcAft>
                        <a:buNone/>
                      </a:pPr>
                      <a:r>
                        <a:rPr b="1" lang="en" sz="1100" u="none" cap="none" strike="noStrike">
                          <a:solidFill>
                            <a:srgbClr val="1F1F1F"/>
                          </a:solidFill>
                          <a:latin typeface="Montserrat"/>
                          <a:ea typeface="Montserrat"/>
                          <a:cs typeface="Montserrat"/>
                          <a:sym typeface="Montserrat"/>
                        </a:rPr>
                        <a:t>Planned Start Date:</a:t>
                      </a:r>
                      <a:endParaRPr sz="1100" u="none" cap="none" strike="noStrike">
                        <a:latin typeface="Montserrat"/>
                        <a:ea typeface="Montserrat"/>
                        <a:cs typeface="Montserrat"/>
                        <a:sym typeface="Montserrat"/>
                      </a:endParaRPr>
                    </a:p>
                  </a:txBody>
                  <a:tcPr marT="67625"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 sz="1200">
                          <a:latin typeface="Montserrat"/>
                          <a:ea typeface="Montserrat"/>
                          <a:cs typeface="Montserrat"/>
                          <a:sym typeface="Montserrat"/>
                        </a:rPr>
                        <a:t>04/06/2026</a:t>
                      </a:r>
                      <a:endParaRPr sz="1200">
                        <a:latin typeface="Montserrat"/>
                        <a:ea typeface="Montserrat"/>
                        <a:cs typeface="Montserrat"/>
                        <a:sym typeface="Montserrat"/>
                      </a:endParaRPr>
                    </a:p>
                  </a:txBody>
                  <a:tcPr marT="18275" marB="18275" marR="45700" marL="45700"/>
                </a:tc>
              </a:tr>
              <a:tr h="182600">
                <a:tc>
                  <a:txBody>
                    <a:bodyPr/>
                    <a:lstStyle/>
                    <a:p>
                      <a:pPr indent="0" lvl="0" marL="50800" marR="0" rtl="0" algn="l">
                        <a:lnSpc>
                          <a:spcPct val="100000"/>
                        </a:lnSpc>
                        <a:spcBef>
                          <a:spcPts val="0"/>
                        </a:spcBef>
                        <a:spcAft>
                          <a:spcPts val="0"/>
                        </a:spcAft>
                        <a:buNone/>
                      </a:pPr>
                      <a:r>
                        <a:rPr b="1" lang="en" sz="1000" u="none" cap="none" strike="noStrike">
                          <a:solidFill>
                            <a:srgbClr val="1F1F1F"/>
                          </a:solidFill>
                          <a:latin typeface="Montserrat"/>
                          <a:ea typeface="Montserrat"/>
                          <a:cs typeface="Montserrat"/>
                          <a:sym typeface="Montserrat"/>
                        </a:rPr>
                        <a:t>Description:</a:t>
                      </a:r>
                      <a:endParaRPr sz="1000" u="none" cap="none" strike="noStrike">
                        <a:latin typeface="Montserrat"/>
                        <a:ea typeface="Montserrat"/>
                        <a:cs typeface="Montserrat"/>
                        <a:sym typeface="Montserrat"/>
                      </a:endParaRPr>
                    </a:p>
                  </a:txBody>
                  <a:tcPr marT="91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88900" rtl="0" algn="l">
                        <a:lnSpc>
                          <a:spcPct val="115555"/>
                        </a:lnSpc>
                        <a:spcBef>
                          <a:spcPts val="0"/>
                        </a:spcBef>
                        <a:spcAft>
                          <a:spcPts val="0"/>
                        </a:spcAft>
                        <a:buNone/>
                      </a:pPr>
                      <a:r>
                        <a:rPr lang="en" sz="1000">
                          <a:solidFill>
                            <a:srgbClr val="1F1F1F"/>
                          </a:solidFill>
                          <a:latin typeface="Montserrat"/>
                          <a:ea typeface="Montserrat"/>
                          <a:cs typeface="Montserrat"/>
                          <a:sym typeface="Montserrat"/>
                        </a:rPr>
                        <a:t>MOP + merge</a:t>
                      </a:r>
                      <a:endParaRPr sz="1000" u="none" cap="none" strike="noStrike">
                        <a:latin typeface="Montserrat"/>
                        <a:ea typeface="Montserrat"/>
                        <a:cs typeface="Montserrat"/>
                        <a:sym typeface="Montserrat"/>
                      </a:endParaRPr>
                    </a:p>
                  </a:txBody>
                  <a:tcPr marT="276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0" rtl="0" algn="l">
                        <a:lnSpc>
                          <a:spcPct val="100000"/>
                        </a:lnSpc>
                        <a:spcBef>
                          <a:spcPts val="0"/>
                        </a:spcBef>
                        <a:spcAft>
                          <a:spcPts val="0"/>
                        </a:spcAft>
                        <a:buNone/>
                      </a:pPr>
                      <a:r>
                        <a:rPr b="1" lang="en" sz="1000" u="none" cap="none" strike="noStrike">
                          <a:solidFill>
                            <a:srgbClr val="1F1F1F"/>
                          </a:solidFill>
                          <a:latin typeface="Montserrat"/>
                          <a:ea typeface="Montserrat"/>
                          <a:cs typeface="Montserrat"/>
                          <a:sym typeface="Montserrat"/>
                        </a:rPr>
                        <a:t>Planned Finish Date:</a:t>
                      </a:r>
                      <a:endParaRPr sz="1000" u="none" cap="none" strike="noStrike">
                        <a:latin typeface="Montserrat"/>
                        <a:ea typeface="Montserrat"/>
                        <a:cs typeface="Montserrat"/>
                        <a:sym typeface="Montserrat"/>
                      </a:endParaRPr>
                    </a:p>
                  </a:txBody>
                  <a:tcPr marT="91925"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 sz="1200">
                          <a:latin typeface="Montserrat"/>
                          <a:ea typeface="Montserrat"/>
                          <a:cs typeface="Montserrat"/>
                          <a:sym typeface="Montserrat"/>
                        </a:rPr>
                        <a:t>05/31/2026</a:t>
                      </a:r>
                      <a:endParaRPr sz="1200">
                        <a:latin typeface="Montserrat"/>
                        <a:ea typeface="Montserrat"/>
                        <a:cs typeface="Montserrat"/>
                        <a:sym typeface="Montserrat"/>
                      </a:endParaRPr>
                    </a:p>
                  </a:txBody>
                  <a:tcPr marT="18275" marB="18275" marR="45700" marL="45700"/>
                </a:tc>
              </a:tr>
              <a:tr h="182600">
                <a:tc gridSpan="3">
                  <a:txBody>
                    <a:bodyPr/>
                    <a:lstStyle/>
                    <a:p>
                      <a:pPr indent="0" lvl="0" marL="0" marR="0" rtl="0" algn="l">
                        <a:lnSpc>
                          <a:spcPct val="100000"/>
                        </a:lnSpc>
                        <a:spcBef>
                          <a:spcPts val="0"/>
                        </a:spcBef>
                        <a:spcAft>
                          <a:spcPts val="0"/>
                        </a:spcAft>
                        <a:buNone/>
                      </a:pPr>
                      <a:r>
                        <a:t/>
                      </a:r>
                      <a:endParaRPr sz="1100" u="none" cap="none" strike="noStrike">
                        <a:latin typeface="Montserrat"/>
                        <a:ea typeface="Montserrat"/>
                        <a:cs typeface="Montserrat"/>
                        <a:sym typeface="Montserrat"/>
                      </a:endParaRPr>
                    </a:p>
                    <a:p>
                      <a:pPr indent="0" lvl="0" marL="0" marR="0" rtl="0" algn="l">
                        <a:lnSpc>
                          <a:spcPct val="100000"/>
                        </a:lnSpc>
                        <a:spcBef>
                          <a:spcPts val="600"/>
                        </a:spcBef>
                        <a:spcAft>
                          <a:spcPts val="0"/>
                        </a:spcAft>
                        <a:buNone/>
                      </a:pPr>
                      <a:r>
                        <a:t/>
                      </a:r>
                      <a:endParaRPr sz="11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b="1" lang="en" sz="1100" u="none" cap="none" strike="noStrike">
                          <a:solidFill>
                            <a:srgbClr val="1F1F1F"/>
                          </a:solidFill>
                          <a:latin typeface="Montserrat"/>
                          <a:ea typeface="Montserrat"/>
                          <a:cs typeface="Montserrat"/>
                          <a:sym typeface="Montserrat"/>
                        </a:rPr>
                        <a:t>Planned Deliverables This Week</a:t>
                      </a:r>
                      <a:endParaRPr sz="11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hMerge="1"/>
                <a:tc hMerge="1"/>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lnL cap="flat" cmpd="sng" w="9525">
                      <a:solidFill>
                        <a:srgbClr val="000000"/>
                      </a:solidFill>
                      <a:prstDash val="solid"/>
                      <a:round/>
                      <a:headEnd len="sm" w="sm" type="none"/>
                      <a:tailEnd len="sm" w="sm" type="none"/>
                    </a:lnL>
                  </a:tcPr>
                </a:tc>
              </a:tr>
              <a:tr h="182600">
                <a:tc gridSpan="3">
                  <a:txBody>
                    <a:bodyPr/>
                    <a:lstStyle/>
                    <a:p>
                      <a:pPr indent="-184150" lvl="0" marL="228600" marR="0" rtl="0" algn="l">
                        <a:lnSpc>
                          <a:spcPct val="118750"/>
                        </a:lnSpc>
                        <a:spcBef>
                          <a:spcPts val="0"/>
                        </a:spcBef>
                        <a:spcAft>
                          <a:spcPts val="0"/>
                        </a:spcAft>
                        <a:buClr>
                          <a:srgbClr val="1F1F1F"/>
                        </a:buClr>
                        <a:buSzPts val="900"/>
                        <a:buFont typeface="Montserrat"/>
                        <a:buChar char="•"/>
                      </a:pPr>
                      <a:r>
                        <a:rPr lang="en" sz="900">
                          <a:latin typeface="Montserrat"/>
                          <a:ea typeface="Montserrat"/>
                          <a:cs typeface="Montserrat"/>
                          <a:sym typeface="Montserrat"/>
                        </a:rPr>
                        <a:t>Environment Setup (To main merge)</a:t>
                      </a:r>
                      <a:endParaRPr sz="900">
                        <a:latin typeface="Montserrat"/>
                        <a:ea typeface="Montserrat"/>
                        <a:cs typeface="Montserrat"/>
                        <a:sym typeface="Montserrat"/>
                      </a:endParaRPr>
                    </a:p>
                    <a:p>
                      <a:pPr indent="-184150" lvl="0" marL="228600" marR="0" rtl="0" algn="l">
                        <a:lnSpc>
                          <a:spcPct val="118750"/>
                        </a:lnSpc>
                        <a:spcBef>
                          <a:spcPts val="0"/>
                        </a:spcBef>
                        <a:spcAft>
                          <a:spcPts val="0"/>
                        </a:spcAft>
                        <a:buClr>
                          <a:srgbClr val="1F1F1F"/>
                        </a:buClr>
                        <a:buSzPts val="900"/>
                        <a:buFont typeface="Montserrat"/>
                        <a:buChar char="•"/>
                      </a:pPr>
                      <a:r>
                        <a:rPr lang="en" sz="900">
                          <a:latin typeface="Montserrat"/>
                          <a:ea typeface="Montserrat"/>
                          <a:cs typeface="Montserrat"/>
                          <a:sym typeface="Montserrat"/>
                        </a:rPr>
                        <a:t> MOP Creation</a:t>
                      </a:r>
                      <a:endParaRPr sz="900" u="none" cap="none" strike="noStrike">
                        <a:latin typeface="Montserrat"/>
                        <a:ea typeface="Montserrat"/>
                        <a:cs typeface="Montserrat"/>
                        <a:sym typeface="Montserrat"/>
                      </a:endParaRPr>
                    </a:p>
                  </a:txBody>
                  <a:tcPr marT="495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hMerge="1"/>
                <a:tc hMerge="1"/>
                <a:tc>
                  <a:txBody>
                    <a:bodyPr/>
                    <a:lstStyle/>
                    <a:p>
                      <a:pPr indent="0" lvl="0" marL="0" rtl="0" algn="l">
                        <a:spcBef>
                          <a:spcPts val="0"/>
                        </a:spcBef>
                        <a:spcAft>
                          <a:spcPts val="0"/>
                        </a:spcAft>
                        <a:buNone/>
                      </a:pPr>
                      <a:r>
                        <a:rPr lang="en">
                          <a:latin typeface="Montserrat"/>
                          <a:ea typeface="Montserrat"/>
                          <a:cs typeface="Montserrat"/>
                          <a:sym typeface="Montserrat"/>
                        </a:rPr>
                        <a:t>Done</a:t>
                      </a:r>
                      <a:endParaRPr>
                        <a:latin typeface="Montserrat"/>
                        <a:ea typeface="Montserrat"/>
                        <a:cs typeface="Montserrat"/>
                        <a:sym typeface="Montserrat"/>
                      </a:endParaRPr>
                    </a:p>
                  </a:txBody>
                  <a:tcPr marT="18275" marB="18275" marR="45700" marL="45700">
                    <a:lnL cap="flat" cmpd="sng" w="9525">
                      <a:solidFill>
                        <a:srgbClr val="000000"/>
                      </a:solidFill>
                      <a:prstDash val="solid"/>
                      <a:round/>
                      <a:headEnd len="sm" w="sm" type="none"/>
                      <a:tailEnd len="sm" w="sm" type="none"/>
                    </a:ln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44"/>
          <p:cNvSpPr txBox="1"/>
          <p:nvPr>
            <p:ph type="title"/>
          </p:nvPr>
        </p:nvSpPr>
        <p:spPr>
          <a:xfrm>
            <a:off x="249100" y="183174"/>
            <a:ext cx="8520600" cy="523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89"/>
              <a:t>Part 2.1: Project Progress Update</a:t>
            </a:r>
            <a:endParaRPr sz="2089"/>
          </a:p>
        </p:txBody>
      </p:sp>
      <p:graphicFrame>
        <p:nvGraphicFramePr>
          <p:cNvPr id="282" name="Google Shape;282;p44"/>
          <p:cNvGraphicFramePr/>
          <p:nvPr/>
        </p:nvGraphicFramePr>
        <p:xfrm>
          <a:off x="357525" y="706375"/>
          <a:ext cx="3000000" cy="3000000"/>
        </p:xfrm>
        <a:graphic>
          <a:graphicData uri="http://schemas.openxmlformats.org/drawingml/2006/table">
            <a:tbl>
              <a:tblPr>
                <a:noFill/>
                <a:tableStyleId>{7DFA0212-414B-471C-9494-E5C37E109D46}</a:tableStyleId>
              </a:tblPr>
              <a:tblGrid>
                <a:gridCol w="1480775"/>
                <a:gridCol w="3696275"/>
                <a:gridCol w="2049825"/>
                <a:gridCol w="1185325"/>
              </a:tblGrid>
              <a:tr h="182600">
                <a:tc>
                  <a:txBody>
                    <a:bodyPr/>
                    <a:lstStyle/>
                    <a:p>
                      <a:pPr indent="0" lvl="0" marL="50800" marR="0" rtl="0" algn="l">
                        <a:lnSpc>
                          <a:spcPct val="100000"/>
                        </a:lnSpc>
                        <a:spcBef>
                          <a:spcPts val="0"/>
                        </a:spcBef>
                        <a:spcAft>
                          <a:spcPts val="0"/>
                        </a:spcAft>
                        <a:buNone/>
                      </a:pPr>
                      <a:r>
                        <a:rPr b="1" lang="en" sz="1100" u="none" cap="none" strike="noStrike">
                          <a:solidFill>
                            <a:srgbClr val="1F1F1F"/>
                          </a:solidFill>
                          <a:latin typeface="Montserrat"/>
                          <a:ea typeface="Montserrat"/>
                          <a:cs typeface="Montserrat"/>
                          <a:sym typeface="Montserrat"/>
                        </a:rPr>
                        <a:t>Project Name:</a:t>
                      </a:r>
                      <a:endParaRPr sz="1100" u="none" cap="none" strike="noStrike">
                        <a:latin typeface="Montserrat"/>
                        <a:ea typeface="Montserrat"/>
                        <a:cs typeface="Montserrat"/>
                        <a:sym typeface="Montserrat"/>
                      </a:endParaRPr>
                    </a:p>
                  </a:txBody>
                  <a:tcPr marT="676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rtl="0" algn="l">
                        <a:spcBef>
                          <a:spcPts val="0"/>
                        </a:spcBef>
                        <a:spcAft>
                          <a:spcPts val="0"/>
                        </a:spcAft>
                        <a:buSzPts val="1100"/>
                        <a:buNone/>
                      </a:pPr>
                      <a:r>
                        <a:rPr b="1" lang="en" sz="1100">
                          <a:solidFill>
                            <a:srgbClr val="1F1F1F"/>
                          </a:solidFill>
                          <a:latin typeface="Montserrat"/>
                          <a:ea typeface="Montserrat"/>
                          <a:cs typeface="Montserrat"/>
                          <a:sym typeface="Montserrat"/>
                        </a:rPr>
                        <a:t>[SFA-Web] Expenses Revamp User Maintenance</a:t>
                      </a:r>
                      <a:endParaRPr b="1" sz="1100">
                        <a:solidFill>
                          <a:srgbClr val="1F1F1F"/>
                        </a:solidFill>
                        <a:latin typeface="Montserrat"/>
                        <a:ea typeface="Montserrat"/>
                        <a:cs typeface="Montserrat"/>
                        <a:sym typeface="Montserrat"/>
                      </a:endParaRPr>
                    </a:p>
                  </a:txBody>
                  <a:tcPr marT="676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0" rtl="0" algn="l">
                        <a:lnSpc>
                          <a:spcPct val="100000"/>
                        </a:lnSpc>
                        <a:spcBef>
                          <a:spcPts val="0"/>
                        </a:spcBef>
                        <a:spcAft>
                          <a:spcPts val="0"/>
                        </a:spcAft>
                        <a:buNone/>
                      </a:pPr>
                      <a:r>
                        <a:rPr b="1" lang="en" sz="1100" u="none" cap="none" strike="noStrike">
                          <a:solidFill>
                            <a:srgbClr val="1F1F1F"/>
                          </a:solidFill>
                          <a:latin typeface="Montserrat"/>
                          <a:ea typeface="Montserrat"/>
                          <a:cs typeface="Montserrat"/>
                          <a:sym typeface="Montserrat"/>
                        </a:rPr>
                        <a:t>Planned Start Date:</a:t>
                      </a:r>
                      <a:endParaRPr sz="1100" u="none" cap="none" strike="noStrike">
                        <a:latin typeface="Montserrat"/>
                        <a:ea typeface="Montserrat"/>
                        <a:cs typeface="Montserrat"/>
                        <a:sym typeface="Montserrat"/>
                      </a:endParaRPr>
                    </a:p>
                  </a:txBody>
                  <a:tcPr marT="67625"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 sz="1200">
                          <a:latin typeface="Montserrat"/>
                          <a:ea typeface="Montserrat"/>
                          <a:cs typeface="Montserrat"/>
                          <a:sym typeface="Montserrat"/>
                        </a:rPr>
                        <a:t>04/06/2026</a:t>
                      </a:r>
                      <a:endParaRPr sz="1200">
                        <a:latin typeface="Montserrat"/>
                        <a:ea typeface="Montserrat"/>
                        <a:cs typeface="Montserrat"/>
                        <a:sym typeface="Montserrat"/>
                      </a:endParaRPr>
                    </a:p>
                  </a:txBody>
                  <a:tcPr marT="18275" marB="18275" marR="45700" marL="45700"/>
                </a:tc>
              </a:tr>
              <a:tr h="182600">
                <a:tc>
                  <a:txBody>
                    <a:bodyPr/>
                    <a:lstStyle/>
                    <a:p>
                      <a:pPr indent="0" lvl="0" marL="50800" marR="0" rtl="0" algn="l">
                        <a:lnSpc>
                          <a:spcPct val="100000"/>
                        </a:lnSpc>
                        <a:spcBef>
                          <a:spcPts val="0"/>
                        </a:spcBef>
                        <a:spcAft>
                          <a:spcPts val="0"/>
                        </a:spcAft>
                        <a:buNone/>
                      </a:pPr>
                      <a:r>
                        <a:rPr b="1" lang="en" sz="1000" u="none" cap="none" strike="noStrike">
                          <a:solidFill>
                            <a:srgbClr val="1F1F1F"/>
                          </a:solidFill>
                          <a:latin typeface="Montserrat"/>
                          <a:ea typeface="Montserrat"/>
                          <a:cs typeface="Montserrat"/>
                          <a:sym typeface="Montserrat"/>
                        </a:rPr>
                        <a:t>Description:</a:t>
                      </a:r>
                      <a:endParaRPr sz="1000" u="none" cap="none" strike="noStrike">
                        <a:latin typeface="Montserrat"/>
                        <a:ea typeface="Montserrat"/>
                        <a:cs typeface="Montserrat"/>
                        <a:sym typeface="Montserrat"/>
                      </a:endParaRPr>
                    </a:p>
                  </a:txBody>
                  <a:tcPr marT="91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88900" rtl="0" algn="l">
                        <a:lnSpc>
                          <a:spcPct val="115555"/>
                        </a:lnSpc>
                        <a:spcBef>
                          <a:spcPts val="0"/>
                        </a:spcBef>
                        <a:spcAft>
                          <a:spcPts val="0"/>
                        </a:spcAft>
                        <a:buNone/>
                      </a:pPr>
                      <a:r>
                        <a:rPr lang="en" sz="1000">
                          <a:solidFill>
                            <a:srgbClr val="1F1F1F"/>
                          </a:solidFill>
                          <a:latin typeface="Montserrat"/>
                          <a:ea typeface="Montserrat"/>
                          <a:cs typeface="Montserrat"/>
                          <a:sym typeface="Montserrat"/>
                        </a:rPr>
                        <a:t>MOP + merge</a:t>
                      </a:r>
                      <a:endParaRPr sz="1000" u="none" cap="none" strike="noStrike">
                        <a:latin typeface="Montserrat"/>
                        <a:ea typeface="Montserrat"/>
                        <a:cs typeface="Montserrat"/>
                        <a:sym typeface="Montserrat"/>
                      </a:endParaRPr>
                    </a:p>
                  </a:txBody>
                  <a:tcPr marT="276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50800" marR="0" rtl="0" algn="l">
                        <a:lnSpc>
                          <a:spcPct val="100000"/>
                        </a:lnSpc>
                        <a:spcBef>
                          <a:spcPts val="0"/>
                        </a:spcBef>
                        <a:spcAft>
                          <a:spcPts val="0"/>
                        </a:spcAft>
                        <a:buNone/>
                      </a:pPr>
                      <a:r>
                        <a:rPr b="1" lang="en" sz="1000" u="none" cap="none" strike="noStrike">
                          <a:solidFill>
                            <a:srgbClr val="1F1F1F"/>
                          </a:solidFill>
                          <a:latin typeface="Montserrat"/>
                          <a:ea typeface="Montserrat"/>
                          <a:cs typeface="Montserrat"/>
                          <a:sym typeface="Montserrat"/>
                        </a:rPr>
                        <a:t>Planned Finish Date:</a:t>
                      </a:r>
                      <a:endParaRPr sz="1000" u="none" cap="none" strike="noStrike">
                        <a:latin typeface="Montserrat"/>
                        <a:ea typeface="Montserrat"/>
                        <a:cs typeface="Montserrat"/>
                        <a:sym typeface="Montserrat"/>
                      </a:endParaRPr>
                    </a:p>
                  </a:txBody>
                  <a:tcPr marT="91925"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 sz="1200">
                          <a:latin typeface="Montserrat"/>
                          <a:ea typeface="Montserrat"/>
                          <a:cs typeface="Montserrat"/>
                          <a:sym typeface="Montserrat"/>
                        </a:rPr>
                        <a:t>05/31/2026</a:t>
                      </a:r>
                      <a:endParaRPr sz="1200">
                        <a:latin typeface="Montserrat"/>
                        <a:ea typeface="Montserrat"/>
                        <a:cs typeface="Montserrat"/>
                        <a:sym typeface="Montserrat"/>
                      </a:endParaRPr>
                    </a:p>
                  </a:txBody>
                  <a:tcPr marT="18275" marB="18275" marR="45700" marL="45700"/>
                </a:tc>
              </a:tr>
              <a:tr h="182600">
                <a:tc gridSpan="3">
                  <a:txBody>
                    <a:bodyPr/>
                    <a:lstStyle/>
                    <a:p>
                      <a:pPr indent="0" lvl="0" marL="0" marR="0" rtl="0" algn="l">
                        <a:lnSpc>
                          <a:spcPct val="100000"/>
                        </a:lnSpc>
                        <a:spcBef>
                          <a:spcPts val="0"/>
                        </a:spcBef>
                        <a:spcAft>
                          <a:spcPts val="0"/>
                        </a:spcAft>
                        <a:buNone/>
                      </a:pPr>
                      <a:r>
                        <a:t/>
                      </a:r>
                      <a:endParaRPr sz="1100" u="none" cap="none" strike="noStrike">
                        <a:latin typeface="Montserrat"/>
                        <a:ea typeface="Montserrat"/>
                        <a:cs typeface="Montserrat"/>
                        <a:sym typeface="Montserrat"/>
                      </a:endParaRPr>
                    </a:p>
                    <a:p>
                      <a:pPr indent="0" lvl="0" marL="0" marR="0" rtl="0" algn="l">
                        <a:lnSpc>
                          <a:spcPct val="100000"/>
                        </a:lnSpc>
                        <a:spcBef>
                          <a:spcPts val="600"/>
                        </a:spcBef>
                        <a:spcAft>
                          <a:spcPts val="0"/>
                        </a:spcAft>
                        <a:buNone/>
                      </a:pPr>
                      <a:r>
                        <a:t/>
                      </a:r>
                      <a:endParaRPr sz="1100" u="none" cap="none" strike="noStrike">
                        <a:latin typeface="Montserrat"/>
                        <a:ea typeface="Montserrat"/>
                        <a:cs typeface="Montserrat"/>
                        <a:sym typeface="Montserrat"/>
                      </a:endParaRPr>
                    </a:p>
                    <a:p>
                      <a:pPr indent="0" lvl="0" marL="50800" marR="0" rtl="0" algn="l">
                        <a:lnSpc>
                          <a:spcPct val="100000"/>
                        </a:lnSpc>
                        <a:spcBef>
                          <a:spcPts val="0"/>
                        </a:spcBef>
                        <a:spcAft>
                          <a:spcPts val="0"/>
                        </a:spcAft>
                        <a:buNone/>
                      </a:pPr>
                      <a:r>
                        <a:rPr b="1" lang="en" sz="1100" u="none" cap="none" strike="noStrike">
                          <a:solidFill>
                            <a:srgbClr val="1F1F1F"/>
                          </a:solidFill>
                          <a:latin typeface="Montserrat"/>
                          <a:ea typeface="Montserrat"/>
                          <a:cs typeface="Montserrat"/>
                          <a:sym typeface="Montserrat"/>
                        </a:rPr>
                        <a:t>Planned Deliverables This Week</a:t>
                      </a:r>
                      <a:endParaRPr sz="1100" u="none" cap="none" strike="noStrike">
                        <a:latin typeface="Montserrat"/>
                        <a:ea typeface="Montserrat"/>
                        <a:cs typeface="Montserrat"/>
                        <a:sym typeface="Montserrat"/>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hMerge="1"/>
                <a:tc hMerge="1"/>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lnL cap="flat" cmpd="sng" w="9525">
                      <a:solidFill>
                        <a:srgbClr val="000000"/>
                      </a:solidFill>
                      <a:prstDash val="solid"/>
                      <a:round/>
                      <a:headEnd len="sm" w="sm" type="none"/>
                      <a:tailEnd len="sm" w="sm" type="none"/>
                    </a:lnL>
                  </a:tcPr>
                </a:tc>
              </a:tr>
              <a:tr h="182600">
                <a:tc gridSpan="3">
                  <a:txBody>
                    <a:bodyPr/>
                    <a:lstStyle/>
                    <a:p>
                      <a:pPr indent="-184150" lvl="0" marL="228600" marR="0" rtl="0" algn="l">
                        <a:lnSpc>
                          <a:spcPct val="118750"/>
                        </a:lnSpc>
                        <a:spcBef>
                          <a:spcPts val="0"/>
                        </a:spcBef>
                        <a:spcAft>
                          <a:spcPts val="0"/>
                        </a:spcAft>
                        <a:buClr>
                          <a:srgbClr val="1F1F1F"/>
                        </a:buClr>
                        <a:buSzPts val="900"/>
                        <a:buFont typeface="Montserrat"/>
                        <a:buChar char="•"/>
                      </a:pPr>
                      <a:r>
                        <a:rPr lang="en" sz="900">
                          <a:latin typeface="Montserrat"/>
                          <a:ea typeface="Montserrat"/>
                          <a:cs typeface="Montserrat"/>
                          <a:sym typeface="Montserrat"/>
                        </a:rPr>
                        <a:t>UAT</a:t>
                      </a:r>
                      <a:endParaRPr sz="900" u="none" cap="none" strike="noStrike">
                        <a:latin typeface="Montserrat"/>
                        <a:ea typeface="Montserrat"/>
                        <a:cs typeface="Montserrat"/>
                        <a:sym typeface="Montserrat"/>
                      </a:endParaRPr>
                    </a:p>
                  </a:txBody>
                  <a:tcPr marT="495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hMerge="1"/>
                <a:tc hMerge="1"/>
                <a:tc>
                  <a:txBody>
                    <a:bodyPr/>
                    <a:lstStyle/>
                    <a:p>
                      <a:pPr indent="0" lvl="0" marL="0" rtl="0" algn="l">
                        <a:spcBef>
                          <a:spcPts val="0"/>
                        </a:spcBef>
                        <a:spcAft>
                          <a:spcPts val="0"/>
                        </a:spcAft>
                        <a:buNone/>
                      </a:pPr>
                      <a:r>
                        <a:rPr lang="en">
                          <a:latin typeface="Montserrat"/>
                          <a:ea typeface="Montserrat"/>
                          <a:cs typeface="Montserrat"/>
                          <a:sym typeface="Montserrat"/>
                        </a:rPr>
                        <a:t>Ongoing</a:t>
                      </a:r>
                      <a:endParaRPr>
                        <a:latin typeface="Montserrat"/>
                        <a:ea typeface="Montserrat"/>
                        <a:cs typeface="Montserrat"/>
                        <a:sym typeface="Montserrat"/>
                      </a:endParaRPr>
                    </a:p>
                  </a:txBody>
                  <a:tcPr marT="18275" marB="18275" marR="45700" marL="45700">
                    <a:lnL cap="flat" cmpd="sng" w="9525">
                      <a:solidFill>
                        <a:srgbClr val="000000"/>
                      </a:solidFill>
                      <a:prstDash val="solid"/>
                      <a:round/>
                      <a:headEnd len="sm" w="sm" type="none"/>
                      <a:tailEnd len="sm" w="sm" type="none"/>
                    </a:ln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45"/>
          <p:cNvSpPr txBox="1"/>
          <p:nvPr>
            <p:ph type="title"/>
          </p:nvPr>
        </p:nvSpPr>
        <p:spPr>
          <a:xfrm>
            <a:off x="249100" y="183174"/>
            <a:ext cx="8520600" cy="523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89"/>
              <a:t>Part 2.2: Support Summary (Customer Requests)</a:t>
            </a:r>
            <a:endParaRPr sz="2089"/>
          </a:p>
        </p:txBody>
      </p:sp>
      <p:sp>
        <p:nvSpPr>
          <p:cNvPr id="288" name="Google Shape;288;p45"/>
          <p:cNvSpPr txBox="1"/>
          <p:nvPr/>
        </p:nvSpPr>
        <p:spPr>
          <a:xfrm>
            <a:off x="308588" y="1807450"/>
            <a:ext cx="4302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000">
                <a:solidFill>
                  <a:schemeClr val="dk1"/>
                </a:solidFill>
              </a:rPr>
              <a:t> </a:t>
            </a:r>
            <a:r>
              <a:rPr lang="en" sz="2000"/>
              <a:t> </a:t>
            </a:r>
            <a:endParaRPr sz="2000"/>
          </a:p>
        </p:txBody>
      </p:sp>
      <p:graphicFrame>
        <p:nvGraphicFramePr>
          <p:cNvPr id="289" name="Google Shape;289;p45"/>
          <p:cNvGraphicFramePr/>
          <p:nvPr/>
        </p:nvGraphicFramePr>
        <p:xfrm>
          <a:off x="371200" y="706375"/>
          <a:ext cx="3000000" cy="3000000"/>
        </p:xfrm>
        <a:graphic>
          <a:graphicData uri="http://schemas.openxmlformats.org/drawingml/2006/table">
            <a:tbl>
              <a:tblPr>
                <a:noFill/>
                <a:tableStyleId>{7DFA0212-414B-471C-9494-E5C37E109D46}</a:tableStyleId>
              </a:tblPr>
              <a:tblGrid>
                <a:gridCol w="1862000"/>
                <a:gridCol w="1394900"/>
                <a:gridCol w="840425"/>
                <a:gridCol w="711075"/>
                <a:gridCol w="676525"/>
                <a:gridCol w="1608200"/>
                <a:gridCol w="1305425"/>
              </a:tblGrid>
              <a:tr h="182600">
                <a:tc>
                  <a:txBody>
                    <a:bodyPr/>
                    <a:lstStyle/>
                    <a:p>
                      <a:pPr indent="0" lvl="0" marL="0" rtl="0" algn="l">
                        <a:spcBef>
                          <a:spcPts val="0"/>
                        </a:spcBef>
                        <a:spcAft>
                          <a:spcPts val="0"/>
                        </a:spcAft>
                        <a:buNone/>
                      </a:pPr>
                      <a:r>
                        <a:rPr b="1" lang="en">
                          <a:latin typeface="Montserrat"/>
                          <a:ea typeface="Montserrat"/>
                          <a:cs typeface="Montserrat"/>
                          <a:sym typeface="Montserrat"/>
                        </a:rPr>
                        <a:t>App/Domain</a:t>
                      </a:r>
                      <a:endParaRPr b="1">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b="1" lang="en">
                          <a:latin typeface="Montserrat"/>
                          <a:ea typeface="Montserrat"/>
                          <a:cs typeface="Montserrat"/>
                          <a:sym typeface="Montserrat"/>
                        </a:rPr>
                        <a:t>No Of Tickets</a:t>
                      </a:r>
                      <a:endParaRPr b="1">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a:latin typeface="Montserrat"/>
                          <a:ea typeface="Montserrat"/>
                          <a:cs typeface="Montserrat"/>
                          <a:sym typeface="Montserrat"/>
                        </a:rPr>
                        <a:t>Critical</a:t>
                      </a:r>
                      <a:endParaRPr>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a:latin typeface="Montserrat"/>
                          <a:ea typeface="Montserrat"/>
                          <a:cs typeface="Montserrat"/>
                          <a:sym typeface="Montserrat"/>
                        </a:rPr>
                        <a:t>Major</a:t>
                      </a:r>
                      <a:endParaRPr>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a:latin typeface="Montserrat"/>
                          <a:ea typeface="Montserrat"/>
                          <a:cs typeface="Montserrat"/>
                          <a:sym typeface="Montserrat"/>
                        </a:rPr>
                        <a:t>Minor</a:t>
                      </a:r>
                      <a:endParaRPr>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b="1" lang="en">
                          <a:latin typeface="Montserrat"/>
                          <a:ea typeface="Montserrat"/>
                          <a:cs typeface="Montserrat"/>
                          <a:sym typeface="Montserrat"/>
                        </a:rPr>
                        <a:t>Resolved</a:t>
                      </a:r>
                      <a:endParaRPr b="1">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b="1" lang="en">
                          <a:latin typeface="Montserrat"/>
                          <a:ea typeface="Montserrat"/>
                          <a:cs typeface="Montserrat"/>
                          <a:sym typeface="Montserrat"/>
                        </a:rPr>
                        <a:t>Pending</a:t>
                      </a:r>
                      <a:endParaRPr b="1">
                        <a:latin typeface="Montserrat"/>
                        <a:ea typeface="Montserrat"/>
                        <a:cs typeface="Montserrat"/>
                        <a:sym typeface="Montserrat"/>
                      </a:endParaRPr>
                    </a:p>
                  </a:txBody>
                  <a:tcPr marT="18275" marB="18275" marR="45700" marL="45700"/>
                </a:tc>
              </a:tr>
              <a:tr h="182600">
                <a:tc>
                  <a:txBody>
                    <a:bodyPr/>
                    <a:lstStyle/>
                    <a:p>
                      <a:pPr indent="0" lvl="0" marL="0" rtl="0" algn="l">
                        <a:spcBef>
                          <a:spcPts val="0"/>
                        </a:spcBef>
                        <a:spcAft>
                          <a:spcPts val="0"/>
                        </a:spcAft>
                        <a:buNone/>
                      </a:pPr>
                      <a:r>
                        <a:rPr lang="en" sz="1200">
                          <a:latin typeface="Montserrat"/>
                          <a:ea typeface="Montserrat"/>
                          <a:cs typeface="Montserrat"/>
                          <a:sym typeface="Montserrat"/>
                        </a:rPr>
                        <a:t>Expense Revamp</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latin typeface="Montserrat"/>
                          <a:ea typeface="Montserrat"/>
                          <a:cs typeface="Montserrat"/>
                          <a:sym typeface="Montserrat"/>
                        </a:rPr>
                        <a:t>3</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latin typeface="Montserrat"/>
                          <a:ea typeface="Montserrat"/>
                          <a:cs typeface="Montserrat"/>
                          <a:sym typeface="Montserrat"/>
                        </a:rPr>
                        <a:t>1</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latin typeface="Montserrat"/>
                          <a:ea typeface="Montserrat"/>
                          <a:cs typeface="Montserrat"/>
                          <a:sym typeface="Montserrat"/>
                        </a:rPr>
                        <a:t>1</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latin typeface="Montserrat"/>
                          <a:ea typeface="Montserrat"/>
                          <a:cs typeface="Montserrat"/>
                          <a:sym typeface="Montserrat"/>
                        </a:rPr>
                        <a:t>1</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latin typeface="Montserrat"/>
                          <a:ea typeface="Montserrat"/>
                          <a:cs typeface="Montserrat"/>
                          <a:sym typeface="Montserrat"/>
                        </a:rPr>
                        <a:t>1</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latin typeface="Montserrat"/>
                          <a:ea typeface="Montserrat"/>
                          <a:cs typeface="Montserrat"/>
                          <a:sym typeface="Montserrat"/>
                        </a:rPr>
                        <a:t>2</a:t>
                      </a:r>
                      <a:endParaRPr sz="1200">
                        <a:latin typeface="Montserrat"/>
                        <a:ea typeface="Montserrat"/>
                        <a:cs typeface="Montserrat"/>
                        <a:sym typeface="Montserrat"/>
                      </a:endParaRPr>
                    </a:p>
                  </a:txBody>
                  <a:tcPr marT="18275" marB="18275" marR="45700" marL="45700"/>
                </a:tc>
              </a:tr>
              <a:tr h="182600">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r>
              <a:tr h="182600">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r>
              <a:tr h="182600">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r>
              <a:tr h="182600">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r>
            </a:tbl>
          </a:graphicData>
        </a:graphic>
      </p:graphicFrame>
      <p:sp>
        <p:nvSpPr>
          <p:cNvPr id="290" name="Google Shape;290;p45"/>
          <p:cNvSpPr txBox="1"/>
          <p:nvPr>
            <p:ph type="title"/>
          </p:nvPr>
        </p:nvSpPr>
        <p:spPr>
          <a:xfrm>
            <a:off x="249100" y="2300041"/>
            <a:ext cx="8520600" cy="523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89"/>
              <a:t>Part 2.3: Key Impact Delivered This Week</a:t>
            </a:r>
            <a:endParaRPr sz="2089"/>
          </a:p>
        </p:txBody>
      </p:sp>
      <p:sp>
        <p:nvSpPr>
          <p:cNvPr id="291" name="Google Shape;291;p45"/>
          <p:cNvSpPr txBox="1"/>
          <p:nvPr/>
        </p:nvSpPr>
        <p:spPr>
          <a:xfrm>
            <a:off x="308600" y="2728350"/>
            <a:ext cx="8461200" cy="8757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1"/>
              </a:buClr>
              <a:buSzPts val="1400"/>
              <a:buFont typeface="Montserrat"/>
              <a:buChar char="●"/>
            </a:pPr>
            <a:r>
              <a:rPr lang="en">
                <a:solidFill>
                  <a:schemeClr val="dk1"/>
                </a:solidFill>
                <a:latin typeface="Montserrat"/>
                <a:ea typeface="Montserrat"/>
                <a:cs typeface="Montserrat"/>
                <a:sym typeface="Montserrat"/>
              </a:rPr>
              <a:t>Delivered FSP Mapping Implementation Documentation (technical + functional) and Test Case Creation </a:t>
            </a:r>
            <a:endParaRPr>
              <a:solidFill>
                <a:schemeClr val="dk1"/>
              </a:solidFill>
              <a:latin typeface="Montserrat"/>
              <a:ea typeface="Montserrat"/>
              <a:cs typeface="Montserrat"/>
              <a:sym typeface="Montserrat"/>
            </a:endParaRPr>
          </a:p>
          <a:p>
            <a:pPr indent="-317500" lvl="0" marL="457200" rtl="0" algn="l">
              <a:spcBef>
                <a:spcPts val="0"/>
              </a:spcBef>
              <a:spcAft>
                <a:spcPts val="0"/>
              </a:spcAft>
              <a:buClr>
                <a:schemeClr val="dk1"/>
              </a:buClr>
              <a:buSzPts val="1400"/>
              <a:buFont typeface="Montserrat"/>
              <a:buChar char="●"/>
            </a:pPr>
            <a:r>
              <a:rPr lang="en">
                <a:solidFill>
                  <a:schemeClr val="dk1"/>
                </a:solidFill>
                <a:latin typeface="Montserrat"/>
                <a:ea typeface="Montserrat"/>
                <a:cs typeface="Montserrat"/>
                <a:sym typeface="Montserrat"/>
              </a:rPr>
              <a:t>Produced Data Dictionary / RTM documentation across all owned modules that helps in traceability for future modules.</a:t>
            </a:r>
            <a:endParaRPr>
              <a:solidFill>
                <a:schemeClr val="dk1"/>
              </a:solidFill>
              <a:latin typeface="Montserrat"/>
              <a:ea typeface="Montserrat"/>
              <a:cs typeface="Montserrat"/>
              <a:sym typeface="Montserrat"/>
            </a:endParaRPr>
          </a:p>
          <a:p>
            <a:pPr indent="0" lvl="0" marL="0" rtl="0" algn="l">
              <a:spcBef>
                <a:spcPts val="0"/>
              </a:spcBef>
              <a:spcAft>
                <a:spcPts val="0"/>
              </a:spcAft>
              <a:buNone/>
            </a:pPr>
            <a:r>
              <a:t/>
            </a:r>
            <a:endParaRPr>
              <a:solidFill>
                <a:schemeClr val="dk1"/>
              </a:solidFill>
              <a:latin typeface="Montserrat"/>
              <a:ea typeface="Montserrat"/>
              <a:cs typeface="Montserrat"/>
              <a:sym typeface="Montserrat"/>
            </a:endParaRPr>
          </a:p>
        </p:txBody>
      </p:sp>
      <p:sp>
        <p:nvSpPr>
          <p:cNvPr id="292" name="Google Shape;292;p45"/>
          <p:cNvSpPr txBox="1"/>
          <p:nvPr>
            <p:ph type="title"/>
          </p:nvPr>
        </p:nvSpPr>
        <p:spPr>
          <a:xfrm>
            <a:off x="178800" y="3763116"/>
            <a:ext cx="8520600" cy="523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89"/>
              <a:t>Part 2.4: Risk/Escalation Needed</a:t>
            </a:r>
            <a:endParaRPr sz="2089"/>
          </a:p>
        </p:txBody>
      </p:sp>
      <p:sp>
        <p:nvSpPr>
          <p:cNvPr id="293" name="Google Shape;293;p45"/>
          <p:cNvSpPr txBox="1"/>
          <p:nvPr/>
        </p:nvSpPr>
        <p:spPr>
          <a:xfrm>
            <a:off x="308611" y="4187655"/>
            <a:ext cx="7584900" cy="625800"/>
          </a:xfrm>
          <a:prstGeom prst="rect">
            <a:avLst/>
          </a:prstGeom>
          <a:noFill/>
          <a:ln>
            <a:noFill/>
          </a:ln>
        </p:spPr>
        <p:txBody>
          <a:bodyPr anchorCtr="0" anchor="t" bIns="91425" lIns="91425" spcFirstLastPara="1" rIns="91425" wrap="square" tIns="91425">
            <a:noAutofit/>
          </a:bodyPr>
          <a:lstStyle/>
          <a:p>
            <a:pPr indent="-317500" lvl="0" marL="457200" rtl="0" algn="l">
              <a:lnSpc>
                <a:spcPct val="80000"/>
              </a:lnSpc>
              <a:spcBef>
                <a:spcPts val="0"/>
              </a:spcBef>
              <a:spcAft>
                <a:spcPts val="0"/>
              </a:spcAft>
              <a:buClr>
                <a:schemeClr val="dk1"/>
              </a:buClr>
              <a:buSzPts val="1400"/>
              <a:buFont typeface="Montserrat"/>
              <a:buChar char="●"/>
            </a:pPr>
            <a:r>
              <a:rPr lang="en">
                <a:solidFill>
                  <a:schemeClr val="dk1"/>
                </a:solidFill>
                <a:latin typeface="Montserrat"/>
                <a:ea typeface="Montserrat"/>
                <a:cs typeface="Montserrat"/>
                <a:sym typeface="Montserrat"/>
              </a:rPr>
              <a:t>Meeting with Miss Eula for FSP mapping demo</a:t>
            </a:r>
            <a:endParaRPr>
              <a:solidFill>
                <a:schemeClr val="dk1"/>
              </a:solidFill>
              <a:latin typeface="Montserrat"/>
              <a:ea typeface="Montserrat"/>
              <a:cs typeface="Montserrat"/>
              <a:sym typeface="Montserra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6"/>
          <p:cNvSpPr txBox="1"/>
          <p:nvPr>
            <p:ph type="title"/>
          </p:nvPr>
        </p:nvSpPr>
        <p:spPr>
          <a:xfrm>
            <a:off x="249100" y="183174"/>
            <a:ext cx="8520600" cy="523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89"/>
              <a:t>Part 2.2: Support Summary (Customer Requests)</a:t>
            </a:r>
            <a:endParaRPr sz="2089"/>
          </a:p>
        </p:txBody>
      </p:sp>
      <p:sp>
        <p:nvSpPr>
          <p:cNvPr id="299" name="Google Shape;299;p46"/>
          <p:cNvSpPr txBox="1"/>
          <p:nvPr/>
        </p:nvSpPr>
        <p:spPr>
          <a:xfrm>
            <a:off x="308588" y="1807450"/>
            <a:ext cx="4302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000">
                <a:solidFill>
                  <a:schemeClr val="dk1"/>
                </a:solidFill>
              </a:rPr>
              <a:t> </a:t>
            </a:r>
            <a:r>
              <a:rPr lang="en" sz="2000"/>
              <a:t> </a:t>
            </a:r>
            <a:endParaRPr sz="2000"/>
          </a:p>
        </p:txBody>
      </p:sp>
      <p:graphicFrame>
        <p:nvGraphicFramePr>
          <p:cNvPr id="300" name="Google Shape;300;p46"/>
          <p:cNvGraphicFramePr/>
          <p:nvPr/>
        </p:nvGraphicFramePr>
        <p:xfrm>
          <a:off x="371200" y="706375"/>
          <a:ext cx="3000000" cy="3000000"/>
        </p:xfrm>
        <a:graphic>
          <a:graphicData uri="http://schemas.openxmlformats.org/drawingml/2006/table">
            <a:tbl>
              <a:tblPr>
                <a:noFill/>
                <a:tableStyleId>{7DFA0212-414B-471C-9494-E5C37E109D46}</a:tableStyleId>
              </a:tblPr>
              <a:tblGrid>
                <a:gridCol w="1862000"/>
                <a:gridCol w="1394900"/>
                <a:gridCol w="840425"/>
                <a:gridCol w="1365675"/>
                <a:gridCol w="1338725"/>
                <a:gridCol w="1305425"/>
              </a:tblGrid>
              <a:tr h="182600">
                <a:tc>
                  <a:txBody>
                    <a:bodyPr/>
                    <a:lstStyle/>
                    <a:p>
                      <a:pPr indent="0" lvl="0" marL="0" rtl="0" algn="l">
                        <a:spcBef>
                          <a:spcPts val="0"/>
                        </a:spcBef>
                        <a:spcAft>
                          <a:spcPts val="0"/>
                        </a:spcAft>
                        <a:buNone/>
                      </a:pPr>
                      <a:r>
                        <a:rPr b="1" lang="en">
                          <a:latin typeface="Montserrat"/>
                          <a:ea typeface="Montserrat"/>
                          <a:cs typeface="Montserrat"/>
                          <a:sym typeface="Montserrat"/>
                        </a:rPr>
                        <a:t>App/Domain</a:t>
                      </a:r>
                      <a:endParaRPr b="1">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b="1" lang="en">
                          <a:latin typeface="Montserrat"/>
                          <a:ea typeface="Montserrat"/>
                          <a:cs typeface="Montserrat"/>
                          <a:sym typeface="Montserrat"/>
                        </a:rPr>
                        <a:t>Ticket #</a:t>
                      </a:r>
                      <a:endParaRPr b="1">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b="1" lang="en">
                          <a:latin typeface="Montserrat"/>
                          <a:ea typeface="Montserrat"/>
                          <a:cs typeface="Montserrat"/>
                          <a:sym typeface="Montserrat"/>
                        </a:rPr>
                        <a:t>Severity</a:t>
                      </a:r>
                      <a:endParaRPr b="1">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b="1" lang="en">
                          <a:latin typeface="Montserrat"/>
                          <a:ea typeface="Montserrat"/>
                          <a:cs typeface="Montserrat"/>
                          <a:sym typeface="Montserrat"/>
                        </a:rPr>
                        <a:t>Request Date</a:t>
                      </a:r>
                      <a:endParaRPr b="1">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b="1" lang="en">
                          <a:latin typeface="Montserrat"/>
                          <a:ea typeface="Montserrat"/>
                          <a:cs typeface="Montserrat"/>
                          <a:sym typeface="Montserrat"/>
                        </a:rPr>
                        <a:t>Status</a:t>
                      </a:r>
                      <a:endParaRPr b="1">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b="1" lang="en">
                          <a:latin typeface="Montserrat"/>
                          <a:ea typeface="Montserrat"/>
                          <a:cs typeface="Montserrat"/>
                          <a:sym typeface="Montserrat"/>
                        </a:rPr>
                        <a:t>Resolved Date</a:t>
                      </a:r>
                      <a:endParaRPr b="1">
                        <a:latin typeface="Montserrat"/>
                        <a:ea typeface="Montserrat"/>
                        <a:cs typeface="Montserrat"/>
                        <a:sym typeface="Montserrat"/>
                      </a:endParaRPr>
                    </a:p>
                  </a:txBody>
                  <a:tcPr marT="18275" marB="18275" marR="45700" marL="45700"/>
                </a:tc>
              </a:tr>
              <a:tr h="182600">
                <a:tc>
                  <a:txBody>
                    <a:bodyPr/>
                    <a:lstStyle/>
                    <a:p>
                      <a:pPr indent="0" lvl="0" marL="0" rtl="0" algn="l">
                        <a:spcBef>
                          <a:spcPts val="0"/>
                        </a:spcBef>
                        <a:spcAft>
                          <a:spcPts val="0"/>
                        </a:spcAft>
                        <a:buNone/>
                      </a:pPr>
                      <a:r>
                        <a:rPr lang="en" sz="1200">
                          <a:latin typeface="Montserrat"/>
                          <a:ea typeface="Montserrat"/>
                          <a:cs typeface="Montserrat"/>
                          <a:sym typeface="Montserrat"/>
                        </a:rPr>
                        <a:t>Expense Revamp</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latin typeface="Montserrat"/>
                          <a:ea typeface="Montserrat"/>
                          <a:cs typeface="Montserrat"/>
                          <a:sym typeface="Montserrat"/>
                        </a:rPr>
                        <a:t>4354</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latin typeface="Montserrat"/>
                          <a:ea typeface="Montserrat"/>
                          <a:cs typeface="Montserrat"/>
                          <a:sym typeface="Montserrat"/>
                        </a:rPr>
                        <a:t>P1</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latin typeface="Montserrat"/>
                          <a:ea typeface="Montserrat"/>
                          <a:cs typeface="Montserrat"/>
                          <a:sym typeface="Montserrat"/>
                        </a:rPr>
                        <a:t>May 13</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latin typeface="Montserrat"/>
                          <a:ea typeface="Montserrat"/>
                          <a:cs typeface="Montserrat"/>
                          <a:sym typeface="Montserrat"/>
                        </a:rPr>
                        <a:t>Done</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rPr lang="en" sz="1200">
                          <a:solidFill>
                            <a:srgbClr val="FF0000"/>
                          </a:solidFill>
                          <a:latin typeface="Montserrat"/>
                          <a:ea typeface="Montserrat"/>
                          <a:cs typeface="Montserrat"/>
                          <a:sym typeface="Montserrat"/>
                        </a:rPr>
                        <a:t>May 15</a:t>
                      </a:r>
                      <a:endParaRPr sz="1200">
                        <a:solidFill>
                          <a:srgbClr val="FF0000"/>
                        </a:solidFill>
                        <a:latin typeface="Montserrat"/>
                        <a:ea typeface="Montserrat"/>
                        <a:cs typeface="Montserrat"/>
                        <a:sym typeface="Montserrat"/>
                      </a:endParaRPr>
                    </a:p>
                  </a:txBody>
                  <a:tcPr marT="18275" marB="18275" marR="45700" marL="45700"/>
                </a:tc>
              </a:tr>
              <a:tr h="182600">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r>
              <a:tr h="182600">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r>
              <a:tr h="182600">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r>
              <a:tr h="182600">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c>
                  <a:txBody>
                    <a:bodyPr/>
                    <a:lstStyle/>
                    <a:p>
                      <a:pPr indent="0" lvl="0" marL="0" rtl="0" algn="l">
                        <a:spcBef>
                          <a:spcPts val="0"/>
                        </a:spcBef>
                        <a:spcAft>
                          <a:spcPts val="0"/>
                        </a:spcAft>
                        <a:buNone/>
                      </a:pPr>
                      <a:r>
                        <a:t/>
                      </a:r>
                      <a:endParaRPr sz="1200">
                        <a:latin typeface="Montserrat"/>
                        <a:ea typeface="Montserrat"/>
                        <a:cs typeface="Montserrat"/>
                        <a:sym typeface="Montserrat"/>
                      </a:endParaRPr>
                    </a:p>
                  </a:txBody>
                  <a:tcPr marT="18275" marB="18275" marR="45700" marL="45700"/>
                </a:tc>
              </a:tr>
            </a:tbl>
          </a:graphicData>
        </a:graphic>
      </p:graphicFrame>
      <p:sp>
        <p:nvSpPr>
          <p:cNvPr id="301" name="Google Shape;301;p46"/>
          <p:cNvSpPr txBox="1"/>
          <p:nvPr>
            <p:ph type="title"/>
          </p:nvPr>
        </p:nvSpPr>
        <p:spPr>
          <a:xfrm>
            <a:off x="249100" y="2300041"/>
            <a:ext cx="8520600" cy="523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89"/>
              <a:t>Part 2.3: Key Impact Delivered This Week</a:t>
            </a:r>
            <a:endParaRPr sz="2089"/>
          </a:p>
        </p:txBody>
      </p:sp>
      <p:sp>
        <p:nvSpPr>
          <p:cNvPr id="302" name="Google Shape;302;p46"/>
          <p:cNvSpPr txBox="1"/>
          <p:nvPr/>
        </p:nvSpPr>
        <p:spPr>
          <a:xfrm>
            <a:off x="308600" y="2728350"/>
            <a:ext cx="8461200" cy="8757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1"/>
              </a:buClr>
              <a:buSzPts val="1400"/>
              <a:buFont typeface="Montserrat"/>
              <a:buChar char="●"/>
            </a:pPr>
            <a:r>
              <a:rPr lang="en">
                <a:solidFill>
                  <a:schemeClr val="dk1"/>
                </a:solidFill>
                <a:latin typeface="Montserrat"/>
                <a:ea typeface="Montserrat"/>
                <a:cs typeface="Montserrat"/>
                <a:sym typeface="Montserrat"/>
              </a:rPr>
              <a:t>Delivered FSP Mapping Implementation Documentation (technical + functional) and Test Case Creation </a:t>
            </a:r>
            <a:endParaRPr>
              <a:solidFill>
                <a:schemeClr val="dk1"/>
              </a:solidFill>
              <a:latin typeface="Montserrat"/>
              <a:ea typeface="Montserrat"/>
              <a:cs typeface="Montserrat"/>
              <a:sym typeface="Montserrat"/>
            </a:endParaRPr>
          </a:p>
          <a:p>
            <a:pPr indent="-317500" lvl="0" marL="457200" rtl="0" algn="l">
              <a:spcBef>
                <a:spcPts val="0"/>
              </a:spcBef>
              <a:spcAft>
                <a:spcPts val="0"/>
              </a:spcAft>
              <a:buClr>
                <a:schemeClr val="dk1"/>
              </a:buClr>
              <a:buSzPts val="1400"/>
              <a:buFont typeface="Montserrat"/>
              <a:buChar char="●"/>
            </a:pPr>
            <a:r>
              <a:rPr lang="en">
                <a:solidFill>
                  <a:schemeClr val="dk1"/>
                </a:solidFill>
                <a:latin typeface="Montserrat"/>
                <a:ea typeface="Montserrat"/>
                <a:cs typeface="Montserrat"/>
                <a:sym typeface="Montserrat"/>
              </a:rPr>
              <a:t>Produced Data Dictionary / RTM documentation across all owned modules that helps in traceability for future modules.</a:t>
            </a:r>
            <a:endParaRPr>
              <a:solidFill>
                <a:schemeClr val="dk1"/>
              </a:solidFill>
              <a:latin typeface="Montserrat"/>
              <a:ea typeface="Montserrat"/>
              <a:cs typeface="Montserrat"/>
              <a:sym typeface="Montserrat"/>
            </a:endParaRPr>
          </a:p>
          <a:p>
            <a:pPr indent="0" lvl="0" marL="0" rtl="0" algn="l">
              <a:spcBef>
                <a:spcPts val="0"/>
              </a:spcBef>
              <a:spcAft>
                <a:spcPts val="0"/>
              </a:spcAft>
              <a:buNone/>
            </a:pPr>
            <a:r>
              <a:t/>
            </a:r>
            <a:endParaRPr>
              <a:solidFill>
                <a:schemeClr val="dk1"/>
              </a:solidFill>
              <a:latin typeface="Montserrat"/>
              <a:ea typeface="Montserrat"/>
              <a:cs typeface="Montserrat"/>
              <a:sym typeface="Montserrat"/>
            </a:endParaRPr>
          </a:p>
        </p:txBody>
      </p:sp>
      <p:sp>
        <p:nvSpPr>
          <p:cNvPr id="303" name="Google Shape;303;p46"/>
          <p:cNvSpPr txBox="1"/>
          <p:nvPr>
            <p:ph type="title"/>
          </p:nvPr>
        </p:nvSpPr>
        <p:spPr>
          <a:xfrm>
            <a:off x="178800" y="3763116"/>
            <a:ext cx="8520600" cy="523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89"/>
              <a:t>Part 2.4: Risk/Escalation Needed</a:t>
            </a:r>
            <a:endParaRPr sz="2089"/>
          </a:p>
        </p:txBody>
      </p:sp>
      <p:sp>
        <p:nvSpPr>
          <p:cNvPr id="304" name="Google Shape;304;p46"/>
          <p:cNvSpPr txBox="1"/>
          <p:nvPr/>
        </p:nvSpPr>
        <p:spPr>
          <a:xfrm>
            <a:off x="308611" y="4187655"/>
            <a:ext cx="7584900" cy="625800"/>
          </a:xfrm>
          <a:prstGeom prst="rect">
            <a:avLst/>
          </a:prstGeom>
          <a:noFill/>
          <a:ln>
            <a:noFill/>
          </a:ln>
        </p:spPr>
        <p:txBody>
          <a:bodyPr anchorCtr="0" anchor="t" bIns="91425" lIns="91425" spcFirstLastPara="1" rIns="91425" wrap="square" tIns="91425">
            <a:noAutofit/>
          </a:bodyPr>
          <a:lstStyle/>
          <a:p>
            <a:pPr indent="-317500" lvl="0" marL="457200" rtl="0" algn="l">
              <a:lnSpc>
                <a:spcPct val="80000"/>
              </a:lnSpc>
              <a:spcBef>
                <a:spcPts val="0"/>
              </a:spcBef>
              <a:spcAft>
                <a:spcPts val="0"/>
              </a:spcAft>
              <a:buClr>
                <a:schemeClr val="dk1"/>
              </a:buClr>
              <a:buSzPts val="1400"/>
              <a:buFont typeface="Montserrat"/>
              <a:buChar char="●"/>
            </a:pPr>
            <a:r>
              <a:rPr lang="en">
                <a:solidFill>
                  <a:schemeClr val="dk1"/>
                </a:solidFill>
                <a:latin typeface="Montserrat"/>
                <a:ea typeface="Montserrat"/>
                <a:cs typeface="Montserrat"/>
                <a:sym typeface="Montserrat"/>
              </a:rPr>
              <a:t>Meeting with Miss Eula for FSP mapping demo</a:t>
            </a:r>
            <a:endParaRPr>
              <a:solidFill>
                <a:schemeClr val="dk1"/>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p47"/>
          <p:cNvSpPr txBox="1"/>
          <p:nvPr>
            <p:ph idx="4294967295" type="title"/>
          </p:nvPr>
        </p:nvSpPr>
        <p:spPr>
          <a:xfrm>
            <a:off x="311700" y="1958475"/>
            <a:ext cx="84306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8500"/>
              <a:t>Thank you!</a:t>
            </a:r>
            <a:endParaRPr sz="85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