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8" r:id="rId5"/>
  </p:sldMasterIdLst>
  <p:notesMasterIdLst>
    <p:notesMasterId r:id="rId6"/>
  </p:notesMasterIdLst>
  <p:sldIdLst>
    <p:sldId id="256" r:id="rId7"/>
    <p:sldId id="257" r:id="rId8"/>
    <p:sldId id="258" r:id="rId9"/>
    <p:sldId id="259" r:id="rId10"/>
    <p:sldId id="260" r:id="rId11"/>
    <p:sldId id="261" r:id="rId12"/>
    <p:sldId id="262" r:id="rId13"/>
    <p:sldId id="263" r:id="rId14"/>
  </p:sldIdLst>
  <p:sldSz cy="5143500" cx="9144000"/>
  <p:notesSz cx="6858000" cy="9144000"/>
  <p:embeddedFontLst>
    <p:embeddedFont>
      <p:font typeface="Montserrat Black"/>
      <p:bold r:id="rId15"/>
      <p:boldItalic r:id="rId16"/>
    </p:embeddedFont>
    <p:embeddedFont>
      <p:font typeface="Montserrat"/>
      <p:regular r:id="rId17"/>
      <p:bold r:id="rId18"/>
      <p:italic r:id="rId19"/>
      <p:boldItalic r:id="rId2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411300F-7437-4E6A-BB55-BAD862B316EB}">
  <a:tblStyle styleId="{6411300F-7437-4E6A-BB55-BAD862B316E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4384CA98-9B56-47AB-B85A-4C290D415891}" styleName="Table_1">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orient="horz"/>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Montserrat-boldItalic.fntdata"/><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15" Type="http://schemas.openxmlformats.org/officeDocument/2006/relationships/font" Target="fonts/MontserratBlack-bold.fntdata"/><Relationship Id="rId14" Type="http://schemas.openxmlformats.org/officeDocument/2006/relationships/slide" Target="slides/slide8.xml"/><Relationship Id="rId17" Type="http://schemas.openxmlformats.org/officeDocument/2006/relationships/font" Target="fonts/Montserrat-regular.fntdata"/><Relationship Id="rId16" Type="http://schemas.openxmlformats.org/officeDocument/2006/relationships/font" Target="fonts/MontserratBlack-boldItalic.fntdata"/><Relationship Id="rId5" Type="http://schemas.openxmlformats.org/officeDocument/2006/relationships/slideMaster" Target="slideMasters/slideMaster1.xml"/><Relationship Id="rId19" Type="http://schemas.openxmlformats.org/officeDocument/2006/relationships/font" Target="fonts/Montserrat-italic.fntdata"/><Relationship Id="rId6" Type="http://schemas.openxmlformats.org/officeDocument/2006/relationships/notesMaster" Target="notesMasters/notesMaster1.xml"/><Relationship Id="rId18" Type="http://schemas.openxmlformats.org/officeDocument/2006/relationships/font" Target="fonts/Montserrat-bold.fntdata"/><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4" name="Google Shape;174;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0" name="Google Shape;1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7" name="Google Shape;18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4" name="Google Shape;214;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7.png"/><Relationship Id="rId4" Type="http://schemas.openxmlformats.org/officeDocument/2006/relationships/image" Target="../media/image1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1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 Id="rId3" Type="http://schemas.openxmlformats.org/officeDocument/2006/relationships/image" Target="../media/image8.png"/><Relationship Id="rId4" Type="http://schemas.openxmlformats.org/officeDocument/2006/relationships/image" Target="../media/image5.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2.png"/><Relationship Id="rId4" Type="http://schemas.openxmlformats.org/officeDocument/2006/relationships/image" Target="../media/image1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2.png"/><Relationship Id="rId4" Type="http://schemas.openxmlformats.org/officeDocument/2006/relationships/image" Target="../media/image1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 Id="rId3"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jp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9.jpg"/><Relationship Id="rId3" Type="http://schemas.openxmlformats.org/officeDocument/2006/relationships/image" Target="../media/image4.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 Id="rId3" Type="http://schemas.openxmlformats.org/officeDocument/2006/relationships/image" Target="../media/image4.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jpg"/><Relationship Id="rId3" Type="http://schemas.openxmlformats.org/officeDocument/2006/relationships/image" Target="../media/image4.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0.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2.jpg"/><Relationship Id="rId3" Type="http://schemas.openxmlformats.org/officeDocument/2006/relationships/image" Target="../media/image7.png"/><Relationship Id="rId4" Type="http://schemas.openxmlformats.org/officeDocument/2006/relationships/image" Target="../media/image4.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7.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1.png"/><Relationship Id="rId3" Type="http://schemas.openxmlformats.org/officeDocument/2006/relationships/image" Target="../media/image16.png"/><Relationship Id="rId4" Type="http://schemas.openxmlformats.org/officeDocument/2006/relationships/image" Target="../media/image18.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2"/>
          <p:cNvSpPr txBox="1"/>
          <p:nvPr>
            <p:ph type="ctrTitle"/>
          </p:nvPr>
        </p:nvSpPr>
        <p:spPr>
          <a:xfrm>
            <a:off x="559016" y="957160"/>
            <a:ext cx="5846100" cy="20526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11" name="Google Shape;1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2" name="Google Shape;12;p2"/>
          <p:cNvSpPr txBox="1"/>
          <p:nvPr>
            <p:ph idx="1" type="subTitle"/>
          </p:nvPr>
        </p:nvSpPr>
        <p:spPr>
          <a:xfrm>
            <a:off x="985918" y="2724610"/>
            <a:ext cx="4992300" cy="603600"/>
          </a:xfrm>
          <a:prstGeom prst="rect">
            <a:avLst/>
          </a:prstGeom>
          <a:noFill/>
          <a:ln>
            <a:noFill/>
          </a:ln>
        </p:spPr>
        <p:txBody>
          <a:bodyPr anchorCtr="0" anchor="t" bIns="91425" lIns="91425" spcFirstLastPara="1" rIns="91425" wrap="square" tIns="91425">
            <a:normAutofit/>
          </a:bodyPr>
          <a:lstStyle>
            <a:lvl1pPr lvl="0" algn="ctr">
              <a:lnSpc>
                <a:spcPct val="115000"/>
              </a:lnSpc>
              <a:spcBef>
                <a:spcPts val="0"/>
              </a:spcBef>
              <a:spcAft>
                <a:spcPts val="0"/>
              </a:spcAft>
              <a:buSzPts val="1800"/>
              <a:buNone/>
              <a:defRPr/>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pic>
        <p:nvPicPr>
          <p:cNvPr id="13" name="Google Shape;13;p2"/>
          <p:cNvPicPr preferRelativeResize="0"/>
          <p:nvPr/>
        </p:nvPicPr>
        <p:blipFill rotWithShape="1">
          <a:blip r:embed="rId3">
            <a:alphaModFix/>
          </a:blip>
          <a:srcRect b="0" l="0" r="60427" t="38363"/>
          <a:stretch/>
        </p:blipFill>
        <p:spPr>
          <a:xfrm>
            <a:off x="3773975" y="777752"/>
            <a:ext cx="5370025" cy="4365748"/>
          </a:xfrm>
          <a:prstGeom prst="rect">
            <a:avLst/>
          </a:prstGeom>
          <a:noFill/>
          <a:ln>
            <a:noFill/>
          </a:ln>
        </p:spPr>
      </p:pic>
      <p:pic>
        <p:nvPicPr>
          <p:cNvPr id="14" name="Google Shape;14;p2"/>
          <p:cNvPicPr preferRelativeResize="0"/>
          <p:nvPr/>
        </p:nvPicPr>
        <p:blipFill rotWithShape="1">
          <a:blip r:embed="rId4">
            <a:alphaModFix/>
          </a:blip>
          <a:srcRect b="0" l="0" r="0" t="0"/>
          <a:stretch/>
        </p:blipFill>
        <p:spPr>
          <a:xfrm>
            <a:off x="6679775" y="1195550"/>
            <a:ext cx="1732800" cy="2488627"/>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Green">
  <p:cSld name="SECTION_HEADER_1">
    <p:bg>
      <p:bgPr>
        <a:blipFill>
          <a:blip r:embed="rId2">
            <a:alphaModFix/>
          </a:blip>
          <a:stretch>
            <a:fillRect/>
          </a:stretch>
        </a:blipFill>
      </p:bgPr>
    </p:bg>
    <p:spTree>
      <p:nvGrpSpPr>
        <p:cNvPr id="15" name="Shape 15"/>
        <p:cNvGrpSpPr/>
        <p:nvPr/>
      </p:nvGrpSpPr>
      <p:grpSpPr>
        <a:xfrm>
          <a:off x="0" y="0"/>
          <a:ext cx="0" cy="0"/>
          <a:chOff x="0" y="0"/>
          <a:chExt cx="0" cy="0"/>
        </a:xfrm>
      </p:grpSpPr>
      <p:sp>
        <p:nvSpPr>
          <p:cNvPr id="16" name="Google Shape;16;p3"/>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17" name="Google Shape;17;p3"/>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18" name="Google Shape;18;p3"/>
          <p:cNvSpPr/>
          <p:nvPr/>
        </p:nvSpPr>
        <p:spPr>
          <a:xfrm>
            <a:off x="0" y="1194300"/>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9" name="Google Shape;19;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20" name="Google Shape;20;p3"/>
          <p:cNvSpPr txBox="1"/>
          <p:nvPr>
            <p:ph type="title"/>
          </p:nvPr>
        </p:nvSpPr>
        <p:spPr>
          <a:xfrm>
            <a:off x="311700" y="534072"/>
            <a:ext cx="8520600" cy="660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2284C"/>
              </a:buClr>
              <a:buSzPts val="3900"/>
              <a:buNone/>
              <a:defRPr sz="3900">
                <a:solidFill>
                  <a:srgbClr val="12284C"/>
                </a:solidFill>
              </a:defRPr>
            </a:lvl1pPr>
            <a:lvl2pPr lvl="1" algn="l">
              <a:lnSpc>
                <a:spcPct val="100000"/>
              </a:lnSpc>
              <a:spcBef>
                <a:spcPts val="0"/>
              </a:spcBef>
              <a:spcAft>
                <a:spcPts val="0"/>
              </a:spcAft>
              <a:buClr>
                <a:srgbClr val="12284C"/>
              </a:buClr>
              <a:buSzPts val="3900"/>
              <a:buNone/>
              <a:defRPr sz="3900">
                <a:solidFill>
                  <a:srgbClr val="12284C"/>
                </a:solidFill>
              </a:defRPr>
            </a:lvl2pPr>
            <a:lvl3pPr lvl="2" algn="l">
              <a:lnSpc>
                <a:spcPct val="100000"/>
              </a:lnSpc>
              <a:spcBef>
                <a:spcPts val="0"/>
              </a:spcBef>
              <a:spcAft>
                <a:spcPts val="0"/>
              </a:spcAft>
              <a:buClr>
                <a:srgbClr val="12284C"/>
              </a:buClr>
              <a:buSzPts val="3900"/>
              <a:buNone/>
              <a:defRPr sz="3900">
                <a:solidFill>
                  <a:srgbClr val="12284C"/>
                </a:solidFill>
              </a:defRPr>
            </a:lvl3pPr>
            <a:lvl4pPr lvl="3" algn="l">
              <a:lnSpc>
                <a:spcPct val="100000"/>
              </a:lnSpc>
              <a:spcBef>
                <a:spcPts val="0"/>
              </a:spcBef>
              <a:spcAft>
                <a:spcPts val="0"/>
              </a:spcAft>
              <a:buClr>
                <a:srgbClr val="12284C"/>
              </a:buClr>
              <a:buSzPts val="3900"/>
              <a:buNone/>
              <a:defRPr sz="3900">
                <a:solidFill>
                  <a:srgbClr val="12284C"/>
                </a:solidFill>
              </a:defRPr>
            </a:lvl4pPr>
            <a:lvl5pPr lvl="4" algn="l">
              <a:lnSpc>
                <a:spcPct val="100000"/>
              </a:lnSpc>
              <a:spcBef>
                <a:spcPts val="0"/>
              </a:spcBef>
              <a:spcAft>
                <a:spcPts val="0"/>
              </a:spcAft>
              <a:buClr>
                <a:srgbClr val="12284C"/>
              </a:buClr>
              <a:buSzPts val="3900"/>
              <a:buNone/>
              <a:defRPr sz="3900">
                <a:solidFill>
                  <a:srgbClr val="12284C"/>
                </a:solidFill>
              </a:defRPr>
            </a:lvl5pPr>
            <a:lvl6pPr lvl="5" algn="l">
              <a:lnSpc>
                <a:spcPct val="100000"/>
              </a:lnSpc>
              <a:spcBef>
                <a:spcPts val="0"/>
              </a:spcBef>
              <a:spcAft>
                <a:spcPts val="0"/>
              </a:spcAft>
              <a:buClr>
                <a:srgbClr val="12284C"/>
              </a:buClr>
              <a:buSzPts val="3900"/>
              <a:buNone/>
              <a:defRPr sz="3900">
                <a:solidFill>
                  <a:srgbClr val="12284C"/>
                </a:solidFill>
              </a:defRPr>
            </a:lvl6pPr>
            <a:lvl7pPr lvl="6" algn="l">
              <a:lnSpc>
                <a:spcPct val="100000"/>
              </a:lnSpc>
              <a:spcBef>
                <a:spcPts val="0"/>
              </a:spcBef>
              <a:spcAft>
                <a:spcPts val="0"/>
              </a:spcAft>
              <a:buClr>
                <a:srgbClr val="12284C"/>
              </a:buClr>
              <a:buSzPts val="3900"/>
              <a:buNone/>
              <a:defRPr sz="3900">
                <a:solidFill>
                  <a:srgbClr val="12284C"/>
                </a:solidFill>
              </a:defRPr>
            </a:lvl7pPr>
            <a:lvl8pPr lvl="7" algn="l">
              <a:lnSpc>
                <a:spcPct val="100000"/>
              </a:lnSpc>
              <a:spcBef>
                <a:spcPts val="0"/>
              </a:spcBef>
              <a:spcAft>
                <a:spcPts val="0"/>
              </a:spcAft>
              <a:buClr>
                <a:srgbClr val="12284C"/>
              </a:buClr>
              <a:buSzPts val="3900"/>
              <a:buNone/>
              <a:defRPr sz="3900">
                <a:solidFill>
                  <a:srgbClr val="12284C"/>
                </a:solidFill>
              </a:defRPr>
            </a:lvl8pPr>
            <a:lvl9pPr lvl="8" algn="l">
              <a:lnSpc>
                <a:spcPct val="100000"/>
              </a:lnSpc>
              <a:spcBef>
                <a:spcPts val="0"/>
              </a:spcBef>
              <a:spcAft>
                <a:spcPts val="0"/>
              </a:spcAft>
              <a:buClr>
                <a:srgbClr val="12284C"/>
              </a:buClr>
              <a:buSzPts val="3900"/>
              <a:buNone/>
              <a:defRPr sz="3900">
                <a:solidFill>
                  <a:srgbClr val="12284C"/>
                </a:solidFill>
              </a:defRPr>
            </a:lvl9pPr>
          </a:lstStyle>
          <a:p/>
        </p:txBody>
      </p:sp>
      <p:sp>
        <p:nvSpPr>
          <p:cNvPr id="21" name="Google Shape;21;p3"/>
          <p:cNvSpPr txBox="1"/>
          <p:nvPr>
            <p:ph idx="1" type="subTitle"/>
          </p:nvPr>
        </p:nvSpPr>
        <p:spPr>
          <a:xfrm>
            <a:off x="310896" y="1194295"/>
            <a:ext cx="4491900" cy="6036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rgbClr val="12284C"/>
              </a:buClr>
              <a:buSzPts val="1800"/>
              <a:buNone/>
              <a:defRPr>
                <a:solidFill>
                  <a:srgbClr val="12284C"/>
                </a:solidFill>
              </a:defRPr>
            </a:lvl1pPr>
            <a:lvl2pPr lvl="1" algn="l">
              <a:lnSpc>
                <a:spcPct val="115000"/>
              </a:lnSpc>
              <a:spcBef>
                <a:spcPts val="0"/>
              </a:spcBef>
              <a:spcAft>
                <a:spcPts val="0"/>
              </a:spcAft>
              <a:buClr>
                <a:srgbClr val="12284C"/>
              </a:buClr>
              <a:buSzPts val="1400"/>
              <a:buNone/>
              <a:defRPr>
                <a:solidFill>
                  <a:srgbClr val="12284C"/>
                </a:solidFill>
              </a:defRPr>
            </a:lvl2pPr>
            <a:lvl3pPr lvl="2" algn="l">
              <a:lnSpc>
                <a:spcPct val="115000"/>
              </a:lnSpc>
              <a:spcBef>
                <a:spcPts val="0"/>
              </a:spcBef>
              <a:spcAft>
                <a:spcPts val="0"/>
              </a:spcAft>
              <a:buClr>
                <a:srgbClr val="12284C"/>
              </a:buClr>
              <a:buSzPts val="1400"/>
              <a:buNone/>
              <a:defRPr>
                <a:solidFill>
                  <a:srgbClr val="12284C"/>
                </a:solidFill>
              </a:defRPr>
            </a:lvl3pPr>
            <a:lvl4pPr lvl="3" algn="l">
              <a:lnSpc>
                <a:spcPct val="115000"/>
              </a:lnSpc>
              <a:spcBef>
                <a:spcPts val="0"/>
              </a:spcBef>
              <a:spcAft>
                <a:spcPts val="0"/>
              </a:spcAft>
              <a:buClr>
                <a:srgbClr val="12284C"/>
              </a:buClr>
              <a:buSzPts val="1400"/>
              <a:buNone/>
              <a:defRPr>
                <a:solidFill>
                  <a:srgbClr val="12284C"/>
                </a:solidFill>
              </a:defRPr>
            </a:lvl4pPr>
            <a:lvl5pPr lvl="4" algn="l">
              <a:lnSpc>
                <a:spcPct val="115000"/>
              </a:lnSpc>
              <a:spcBef>
                <a:spcPts val="0"/>
              </a:spcBef>
              <a:spcAft>
                <a:spcPts val="0"/>
              </a:spcAft>
              <a:buClr>
                <a:srgbClr val="12284C"/>
              </a:buClr>
              <a:buSzPts val="1400"/>
              <a:buNone/>
              <a:defRPr>
                <a:solidFill>
                  <a:srgbClr val="12284C"/>
                </a:solidFill>
              </a:defRPr>
            </a:lvl5pPr>
            <a:lvl6pPr lvl="5" algn="l">
              <a:lnSpc>
                <a:spcPct val="115000"/>
              </a:lnSpc>
              <a:spcBef>
                <a:spcPts val="0"/>
              </a:spcBef>
              <a:spcAft>
                <a:spcPts val="0"/>
              </a:spcAft>
              <a:buClr>
                <a:srgbClr val="12284C"/>
              </a:buClr>
              <a:buSzPts val="1400"/>
              <a:buNone/>
              <a:defRPr>
                <a:solidFill>
                  <a:srgbClr val="12284C"/>
                </a:solidFill>
              </a:defRPr>
            </a:lvl6pPr>
            <a:lvl7pPr lvl="6" algn="l">
              <a:lnSpc>
                <a:spcPct val="115000"/>
              </a:lnSpc>
              <a:spcBef>
                <a:spcPts val="0"/>
              </a:spcBef>
              <a:spcAft>
                <a:spcPts val="0"/>
              </a:spcAft>
              <a:buClr>
                <a:srgbClr val="12284C"/>
              </a:buClr>
              <a:buSzPts val="1400"/>
              <a:buNone/>
              <a:defRPr>
                <a:solidFill>
                  <a:srgbClr val="12284C"/>
                </a:solidFill>
              </a:defRPr>
            </a:lvl7pPr>
            <a:lvl8pPr lvl="7" algn="l">
              <a:lnSpc>
                <a:spcPct val="115000"/>
              </a:lnSpc>
              <a:spcBef>
                <a:spcPts val="0"/>
              </a:spcBef>
              <a:spcAft>
                <a:spcPts val="0"/>
              </a:spcAft>
              <a:buClr>
                <a:srgbClr val="12284C"/>
              </a:buClr>
              <a:buSzPts val="1400"/>
              <a:buNone/>
              <a:defRPr>
                <a:solidFill>
                  <a:srgbClr val="12284C"/>
                </a:solidFill>
              </a:defRPr>
            </a:lvl8pPr>
            <a:lvl9pPr lvl="8" algn="l">
              <a:lnSpc>
                <a:spcPct val="115000"/>
              </a:lnSpc>
              <a:spcBef>
                <a:spcPts val="0"/>
              </a:spcBef>
              <a:spcAft>
                <a:spcPts val="0"/>
              </a:spcAft>
              <a:buClr>
                <a:srgbClr val="12284C"/>
              </a:buClr>
              <a:buSzPts val="1400"/>
              <a:buNone/>
              <a:defRPr>
                <a:solidFill>
                  <a:srgbClr val="12284C"/>
                </a:solidFill>
              </a:defRPr>
            </a:lvl9pPr>
          </a:lstStyle>
          <a:p/>
        </p:txBody>
      </p:sp>
      <p:pic>
        <p:nvPicPr>
          <p:cNvPr id="22" name="Google Shape;22;p3"/>
          <p:cNvPicPr preferRelativeResize="0"/>
          <p:nvPr/>
        </p:nvPicPr>
        <p:blipFill rotWithShape="1">
          <a:blip r:embed="rId4">
            <a:alphaModFix/>
          </a:blip>
          <a:srcRect b="0" l="0" r="0" t="0"/>
          <a:stretch/>
        </p:blipFill>
        <p:spPr>
          <a:xfrm>
            <a:off x="8248846" y="4009412"/>
            <a:ext cx="686430" cy="9858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White mountain">
  <p:cSld name="TITLE_AND_BODY_1_1_1_1_1_1_1_1_1_1_1_1">
    <p:bg>
      <p:bgPr>
        <a:blipFill>
          <a:blip r:embed="rId2">
            <a:alphaModFix/>
          </a:blip>
          <a:stretch>
            <a:fillRect/>
          </a:stretch>
        </a:blipFill>
      </p:bgPr>
    </p:bg>
    <p:spTree>
      <p:nvGrpSpPr>
        <p:cNvPr id="23" name="Shape 23"/>
        <p:cNvGrpSpPr/>
        <p:nvPr/>
      </p:nvGrpSpPr>
      <p:grpSpPr>
        <a:xfrm>
          <a:off x="0" y="0"/>
          <a:ext cx="0" cy="0"/>
          <a:chOff x="0" y="0"/>
          <a:chExt cx="0" cy="0"/>
        </a:xfrm>
      </p:grpSpPr>
      <p:sp>
        <p:nvSpPr>
          <p:cNvPr id="24" name="Google Shape;2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25" name="Google Shape;25;p4"/>
          <p:cNvPicPr preferRelativeResize="0"/>
          <p:nvPr/>
        </p:nvPicPr>
        <p:blipFill rotWithShape="1">
          <a:blip r:embed="rId3">
            <a:alphaModFix/>
          </a:blip>
          <a:srcRect b="894" l="0" r="0" t="894"/>
          <a:stretch/>
        </p:blipFill>
        <p:spPr>
          <a:xfrm>
            <a:off x="4184900" y="716718"/>
            <a:ext cx="774200" cy="1064150"/>
          </a:xfrm>
          <a:prstGeom prst="rect">
            <a:avLst/>
          </a:prstGeom>
          <a:noFill/>
          <a:ln>
            <a:noFill/>
          </a:ln>
        </p:spPr>
      </p:pic>
      <p:pic>
        <p:nvPicPr>
          <p:cNvPr id="26" name="Google Shape;26;p4"/>
          <p:cNvPicPr preferRelativeResize="0"/>
          <p:nvPr/>
        </p:nvPicPr>
        <p:blipFill rotWithShape="1">
          <a:blip r:embed="rId4">
            <a:alphaModFix/>
          </a:blip>
          <a:srcRect b="0" l="0" r="0" t="0"/>
          <a:stretch/>
        </p:blipFill>
        <p:spPr>
          <a:xfrm>
            <a:off x="4080363" y="3872954"/>
            <a:ext cx="983274" cy="42157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Blue" type="secHead">
  <p:cSld name="SECTION_HEADER">
    <p:bg>
      <p:bgPr>
        <a:blipFill>
          <a:blip r:embed="rId2">
            <a:alphaModFix/>
          </a:blip>
          <a:stretch>
            <a:fillRect/>
          </a:stretch>
        </a:blipFill>
      </p:bgPr>
    </p:bg>
    <p:spTree>
      <p:nvGrpSpPr>
        <p:cNvPr id="27" name="Shape 27"/>
        <p:cNvGrpSpPr/>
        <p:nvPr/>
      </p:nvGrpSpPr>
      <p:grpSpPr>
        <a:xfrm>
          <a:off x="0" y="0"/>
          <a:ext cx="0" cy="0"/>
          <a:chOff x="0" y="0"/>
          <a:chExt cx="0" cy="0"/>
        </a:xfrm>
      </p:grpSpPr>
      <p:sp>
        <p:nvSpPr>
          <p:cNvPr id="28" name="Google Shape;28;p5"/>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29" name="Google Shape;29;p5"/>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30" name="Google Shape;30;p5"/>
          <p:cNvSpPr/>
          <p:nvPr/>
        </p:nvSpPr>
        <p:spPr>
          <a:xfrm>
            <a:off x="0" y="1194300"/>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31" name="Google Shape;31;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32" name="Google Shape;32;p5"/>
          <p:cNvSpPr txBox="1"/>
          <p:nvPr>
            <p:ph type="title"/>
          </p:nvPr>
        </p:nvSpPr>
        <p:spPr>
          <a:xfrm>
            <a:off x="311700" y="534072"/>
            <a:ext cx="8520600" cy="660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2284C"/>
              </a:buClr>
              <a:buSzPts val="3900"/>
              <a:buNone/>
              <a:defRPr sz="3900">
                <a:solidFill>
                  <a:srgbClr val="12284C"/>
                </a:solidFill>
              </a:defRPr>
            </a:lvl1pPr>
            <a:lvl2pPr lvl="1" algn="l">
              <a:lnSpc>
                <a:spcPct val="100000"/>
              </a:lnSpc>
              <a:spcBef>
                <a:spcPts val="0"/>
              </a:spcBef>
              <a:spcAft>
                <a:spcPts val="0"/>
              </a:spcAft>
              <a:buClr>
                <a:srgbClr val="12284C"/>
              </a:buClr>
              <a:buSzPts val="3900"/>
              <a:buNone/>
              <a:defRPr sz="3900">
                <a:solidFill>
                  <a:srgbClr val="12284C"/>
                </a:solidFill>
              </a:defRPr>
            </a:lvl2pPr>
            <a:lvl3pPr lvl="2" algn="l">
              <a:lnSpc>
                <a:spcPct val="100000"/>
              </a:lnSpc>
              <a:spcBef>
                <a:spcPts val="0"/>
              </a:spcBef>
              <a:spcAft>
                <a:spcPts val="0"/>
              </a:spcAft>
              <a:buClr>
                <a:srgbClr val="12284C"/>
              </a:buClr>
              <a:buSzPts val="3900"/>
              <a:buNone/>
              <a:defRPr sz="3900">
                <a:solidFill>
                  <a:srgbClr val="12284C"/>
                </a:solidFill>
              </a:defRPr>
            </a:lvl3pPr>
            <a:lvl4pPr lvl="3" algn="l">
              <a:lnSpc>
                <a:spcPct val="100000"/>
              </a:lnSpc>
              <a:spcBef>
                <a:spcPts val="0"/>
              </a:spcBef>
              <a:spcAft>
                <a:spcPts val="0"/>
              </a:spcAft>
              <a:buClr>
                <a:srgbClr val="12284C"/>
              </a:buClr>
              <a:buSzPts val="3900"/>
              <a:buNone/>
              <a:defRPr sz="3900">
                <a:solidFill>
                  <a:srgbClr val="12284C"/>
                </a:solidFill>
              </a:defRPr>
            </a:lvl4pPr>
            <a:lvl5pPr lvl="4" algn="l">
              <a:lnSpc>
                <a:spcPct val="100000"/>
              </a:lnSpc>
              <a:spcBef>
                <a:spcPts val="0"/>
              </a:spcBef>
              <a:spcAft>
                <a:spcPts val="0"/>
              </a:spcAft>
              <a:buClr>
                <a:srgbClr val="12284C"/>
              </a:buClr>
              <a:buSzPts val="3900"/>
              <a:buNone/>
              <a:defRPr sz="3900">
                <a:solidFill>
                  <a:srgbClr val="12284C"/>
                </a:solidFill>
              </a:defRPr>
            </a:lvl5pPr>
            <a:lvl6pPr lvl="5" algn="l">
              <a:lnSpc>
                <a:spcPct val="100000"/>
              </a:lnSpc>
              <a:spcBef>
                <a:spcPts val="0"/>
              </a:spcBef>
              <a:spcAft>
                <a:spcPts val="0"/>
              </a:spcAft>
              <a:buClr>
                <a:srgbClr val="12284C"/>
              </a:buClr>
              <a:buSzPts val="3900"/>
              <a:buNone/>
              <a:defRPr sz="3900">
                <a:solidFill>
                  <a:srgbClr val="12284C"/>
                </a:solidFill>
              </a:defRPr>
            </a:lvl6pPr>
            <a:lvl7pPr lvl="6" algn="l">
              <a:lnSpc>
                <a:spcPct val="100000"/>
              </a:lnSpc>
              <a:spcBef>
                <a:spcPts val="0"/>
              </a:spcBef>
              <a:spcAft>
                <a:spcPts val="0"/>
              </a:spcAft>
              <a:buClr>
                <a:srgbClr val="12284C"/>
              </a:buClr>
              <a:buSzPts val="3900"/>
              <a:buNone/>
              <a:defRPr sz="3900">
                <a:solidFill>
                  <a:srgbClr val="12284C"/>
                </a:solidFill>
              </a:defRPr>
            </a:lvl7pPr>
            <a:lvl8pPr lvl="7" algn="l">
              <a:lnSpc>
                <a:spcPct val="100000"/>
              </a:lnSpc>
              <a:spcBef>
                <a:spcPts val="0"/>
              </a:spcBef>
              <a:spcAft>
                <a:spcPts val="0"/>
              </a:spcAft>
              <a:buClr>
                <a:srgbClr val="12284C"/>
              </a:buClr>
              <a:buSzPts val="3900"/>
              <a:buNone/>
              <a:defRPr sz="3900">
                <a:solidFill>
                  <a:srgbClr val="12284C"/>
                </a:solidFill>
              </a:defRPr>
            </a:lvl8pPr>
            <a:lvl9pPr lvl="8" algn="l">
              <a:lnSpc>
                <a:spcPct val="100000"/>
              </a:lnSpc>
              <a:spcBef>
                <a:spcPts val="0"/>
              </a:spcBef>
              <a:spcAft>
                <a:spcPts val="0"/>
              </a:spcAft>
              <a:buClr>
                <a:srgbClr val="12284C"/>
              </a:buClr>
              <a:buSzPts val="3900"/>
              <a:buNone/>
              <a:defRPr sz="3900">
                <a:solidFill>
                  <a:srgbClr val="12284C"/>
                </a:solidFill>
              </a:defRPr>
            </a:lvl9pPr>
          </a:lstStyle>
          <a:p/>
        </p:txBody>
      </p:sp>
      <p:sp>
        <p:nvSpPr>
          <p:cNvPr id="33" name="Google Shape;33;p5"/>
          <p:cNvSpPr txBox="1"/>
          <p:nvPr>
            <p:ph idx="1" type="subTitle"/>
          </p:nvPr>
        </p:nvSpPr>
        <p:spPr>
          <a:xfrm>
            <a:off x="310896" y="1194295"/>
            <a:ext cx="4491900" cy="6036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rgbClr val="12284C"/>
              </a:buClr>
              <a:buSzPts val="1800"/>
              <a:buNone/>
              <a:defRPr>
                <a:solidFill>
                  <a:srgbClr val="12284C"/>
                </a:solidFill>
              </a:defRPr>
            </a:lvl1pPr>
            <a:lvl2pPr lvl="1" algn="l">
              <a:lnSpc>
                <a:spcPct val="115000"/>
              </a:lnSpc>
              <a:spcBef>
                <a:spcPts val="0"/>
              </a:spcBef>
              <a:spcAft>
                <a:spcPts val="0"/>
              </a:spcAft>
              <a:buClr>
                <a:srgbClr val="12284C"/>
              </a:buClr>
              <a:buSzPts val="1400"/>
              <a:buNone/>
              <a:defRPr>
                <a:solidFill>
                  <a:srgbClr val="12284C"/>
                </a:solidFill>
              </a:defRPr>
            </a:lvl2pPr>
            <a:lvl3pPr lvl="2" algn="l">
              <a:lnSpc>
                <a:spcPct val="115000"/>
              </a:lnSpc>
              <a:spcBef>
                <a:spcPts val="0"/>
              </a:spcBef>
              <a:spcAft>
                <a:spcPts val="0"/>
              </a:spcAft>
              <a:buClr>
                <a:srgbClr val="12284C"/>
              </a:buClr>
              <a:buSzPts val="1400"/>
              <a:buNone/>
              <a:defRPr>
                <a:solidFill>
                  <a:srgbClr val="12284C"/>
                </a:solidFill>
              </a:defRPr>
            </a:lvl3pPr>
            <a:lvl4pPr lvl="3" algn="l">
              <a:lnSpc>
                <a:spcPct val="115000"/>
              </a:lnSpc>
              <a:spcBef>
                <a:spcPts val="0"/>
              </a:spcBef>
              <a:spcAft>
                <a:spcPts val="0"/>
              </a:spcAft>
              <a:buClr>
                <a:srgbClr val="12284C"/>
              </a:buClr>
              <a:buSzPts val="1400"/>
              <a:buNone/>
              <a:defRPr>
                <a:solidFill>
                  <a:srgbClr val="12284C"/>
                </a:solidFill>
              </a:defRPr>
            </a:lvl4pPr>
            <a:lvl5pPr lvl="4" algn="l">
              <a:lnSpc>
                <a:spcPct val="115000"/>
              </a:lnSpc>
              <a:spcBef>
                <a:spcPts val="0"/>
              </a:spcBef>
              <a:spcAft>
                <a:spcPts val="0"/>
              </a:spcAft>
              <a:buClr>
                <a:srgbClr val="12284C"/>
              </a:buClr>
              <a:buSzPts val="1400"/>
              <a:buNone/>
              <a:defRPr>
                <a:solidFill>
                  <a:srgbClr val="12284C"/>
                </a:solidFill>
              </a:defRPr>
            </a:lvl5pPr>
            <a:lvl6pPr lvl="5" algn="l">
              <a:lnSpc>
                <a:spcPct val="115000"/>
              </a:lnSpc>
              <a:spcBef>
                <a:spcPts val="0"/>
              </a:spcBef>
              <a:spcAft>
                <a:spcPts val="0"/>
              </a:spcAft>
              <a:buClr>
                <a:srgbClr val="12284C"/>
              </a:buClr>
              <a:buSzPts val="1400"/>
              <a:buNone/>
              <a:defRPr>
                <a:solidFill>
                  <a:srgbClr val="12284C"/>
                </a:solidFill>
              </a:defRPr>
            </a:lvl6pPr>
            <a:lvl7pPr lvl="6" algn="l">
              <a:lnSpc>
                <a:spcPct val="115000"/>
              </a:lnSpc>
              <a:spcBef>
                <a:spcPts val="0"/>
              </a:spcBef>
              <a:spcAft>
                <a:spcPts val="0"/>
              </a:spcAft>
              <a:buClr>
                <a:srgbClr val="12284C"/>
              </a:buClr>
              <a:buSzPts val="1400"/>
              <a:buNone/>
              <a:defRPr>
                <a:solidFill>
                  <a:srgbClr val="12284C"/>
                </a:solidFill>
              </a:defRPr>
            </a:lvl7pPr>
            <a:lvl8pPr lvl="7" algn="l">
              <a:lnSpc>
                <a:spcPct val="115000"/>
              </a:lnSpc>
              <a:spcBef>
                <a:spcPts val="0"/>
              </a:spcBef>
              <a:spcAft>
                <a:spcPts val="0"/>
              </a:spcAft>
              <a:buClr>
                <a:srgbClr val="12284C"/>
              </a:buClr>
              <a:buSzPts val="1400"/>
              <a:buNone/>
              <a:defRPr>
                <a:solidFill>
                  <a:srgbClr val="12284C"/>
                </a:solidFill>
              </a:defRPr>
            </a:lvl8pPr>
            <a:lvl9pPr lvl="8" algn="l">
              <a:lnSpc>
                <a:spcPct val="115000"/>
              </a:lnSpc>
              <a:spcBef>
                <a:spcPts val="0"/>
              </a:spcBef>
              <a:spcAft>
                <a:spcPts val="0"/>
              </a:spcAft>
              <a:buClr>
                <a:srgbClr val="12284C"/>
              </a:buClr>
              <a:buSzPts val="1400"/>
              <a:buNone/>
              <a:defRPr>
                <a:solidFill>
                  <a:srgbClr val="12284C"/>
                </a:solidFill>
              </a:defRPr>
            </a:lvl9pPr>
          </a:lstStyle>
          <a:p/>
        </p:txBody>
      </p:sp>
      <p:pic>
        <p:nvPicPr>
          <p:cNvPr id="34" name="Google Shape;34;p5"/>
          <p:cNvPicPr preferRelativeResize="0"/>
          <p:nvPr/>
        </p:nvPicPr>
        <p:blipFill rotWithShape="1">
          <a:blip r:embed="rId4">
            <a:alphaModFix/>
          </a:blip>
          <a:srcRect b="0" l="0" r="0" t="0"/>
          <a:stretch/>
        </p:blipFill>
        <p:spPr>
          <a:xfrm>
            <a:off x="8248846" y="4009412"/>
            <a:ext cx="686430" cy="9858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 Red">
  <p:cSld name="SECTION_HEADER_1_1">
    <p:bg>
      <p:bgPr>
        <a:blipFill>
          <a:blip r:embed="rId2">
            <a:alphaModFix/>
          </a:blip>
          <a:stretch>
            <a:fillRect/>
          </a:stretch>
        </a:blipFill>
      </p:bgPr>
    </p:bg>
    <p:spTree>
      <p:nvGrpSpPr>
        <p:cNvPr id="35" name="Shape 35"/>
        <p:cNvGrpSpPr/>
        <p:nvPr/>
      </p:nvGrpSpPr>
      <p:grpSpPr>
        <a:xfrm>
          <a:off x="0" y="0"/>
          <a:ext cx="0" cy="0"/>
          <a:chOff x="0" y="0"/>
          <a:chExt cx="0" cy="0"/>
        </a:xfrm>
      </p:grpSpPr>
      <p:sp>
        <p:nvSpPr>
          <p:cNvPr id="36" name="Google Shape;36;p6"/>
          <p:cNvSpPr/>
          <p:nvPr/>
        </p:nvSpPr>
        <p:spPr>
          <a:xfrm>
            <a:off x="0" y="0"/>
            <a:ext cx="91440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37" name="Google Shape;37;p6"/>
          <p:cNvPicPr preferRelativeResize="0"/>
          <p:nvPr/>
        </p:nvPicPr>
        <p:blipFill rotWithShape="1">
          <a:blip r:embed="rId3">
            <a:alphaModFix/>
          </a:blip>
          <a:srcRect b="426" l="23855" r="7260" t="22121"/>
          <a:stretch/>
        </p:blipFill>
        <p:spPr>
          <a:xfrm>
            <a:off x="7457450" y="3861125"/>
            <a:ext cx="1686548" cy="1282375"/>
          </a:xfrm>
          <a:prstGeom prst="rect">
            <a:avLst/>
          </a:prstGeom>
          <a:noFill/>
          <a:ln>
            <a:noFill/>
          </a:ln>
        </p:spPr>
      </p:pic>
      <p:sp>
        <p:nvSpPr>
          <p:cNvPr id="38" name="Google Shape;38;p6"/>
          <p:cNvSpPr/>
          <p:nvPr/>
        </p:nvSpPr>
        <p:spPr>
          <a:xfrm>
            <a:off x="0" y="1194375"/>
            <a:ext cx="7546500" cy="3949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39" name="Google Shape;3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40" name="Google Shape;40;p6"/>
          <p:cNvSpPr txBox="1"/>
          <p:nvPr>
            <p:ph type="title"/>
          </p:nvPr>
        </p:nvSpPr>
        <p:spPr>
          <a:xfrm>
            <a:off x="311700" y="534072"/>
            <a:ext cx="8520600" cy="6603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2284C"/>
              </a:buClr>
              <a:buSzPts val="3900"/>
              <a:buNone/>
              <a:defRPr sz="3900">
                <a:solidFill>
                  <a:srgbClr val="12284C"/>
                </a:solidFill>
              </a:defRPr>
            </a:lvl1pPr>
            <a:lvl2pPr lvl="1" algn="l">
              <a:lnSpc>
                <a:spcPct val="100000"/>
              </a:lnSpc>
              <a:spcBef>
                <a:spcPts val="0"/>
              </a:spcBef>
              <a:spcAft>
                <a:spcPts val="0"/>
              </a:spcAft>
              <a:buClr>
                <a:srgbClr val="12284C"/>
              </a:buClr>
              <a:buSzPts val="3900"/>
              <a:buNone/>
              <a:defRPr sz="3900">
                <a:solidFill>
                  <a:srgbClr val="12284C"/>
                </a:solidFill>
              </a:defRPr>
            </a:lvl2pPr>
            <a:lvl3pPr lvl="2" algn="l">
              <a:lnSpc>
                <a:spcPct val="100000"/>
              </a:lnSpc>
              <a:spcBef>
                <a:spcPts val="0"/>
              </a:spcBef>
              <a:spcAft>
                <a:spcPts val="0"/>
              </a:spcAft>
              <a:buClr>
                <a:srgbClr val="12284C"/>
              </a:buClr>
              <a:buSzPts val="3900"/>
              <a:buNone/>
              <a:defRPr sz="3900">
                <a:solidFill>
                  <a:srgbClr val="12284C"/>
                </a:solidFill>
              </a:defRPr>
            </a:lvl3pPr>
            <a:lvl4pPr lvl="3" algn="l">
              <a:lnSpc>
                <a:spcPct val="100000"/>
              </a:lnSpc>
              <a:spcBef>
                <a:spcPts val="0"/>
              </a:spcBef>
              <a:spcAft>
                <a:spcPts val="0"/>
              </a:spcAft>
              <a:buClr>
                <a:srgbClr val="12284C"/>
              </a:buClr>
              <a:buSzPts val="3900"/>
              <a:buNone/>
              <a:defRPr sz="3900">
                <a:solidFill>
                  <a:srgbClr val="12284C"/>
                </a:solidFill>
              </a:defRPr>
            </a:lvl4pPr>
            <a:lvl5pPr lvl="4" algn="l">
              <a:lnSpc>
                <a:spcPct val="100000"/>
              </a:lnSpc>
              <a:spcBef>
                <a:spcPts val="0"/>
              </a:spcBef>
              <a:spcAft>
                <a:spcPts val="0"/>
              </a:spcAft>
              <a:buClr>
                <a:srgbClr val="12284C"/>
              </a:buClr>
              <a:buSzPts val="3900"/>
              <a:buNone/>
              <a:defRPr sz="3900">
                <a:solidFill>
                  <a:srgbClr val="12284C"/>
                </a:solidFill>
              </a:defRPr>
            </a:lvl5pPr>
            <a:lvl6pPr lvl="5" algn="l">
              <a:lnSpc>
                <a:spcPct val="100000"/>
              </a:lnSpc>
              <a:spcBef>
                <a:spcPts val="0"/>
              </a:spcBef>
              <a:spcAft>
                <a:spcPts val="0"/>
              </a:spcAft>
              <a:buClr>
                <a:srgbClr val="12284C"/>
              </a:buClr>
              <a:buSzPts val="3900"/>
              <a:buNone/>
              <a:defRPr sz="3900">
                <a:solidFill>
                  <a:srgbClr val="12284C"/>
                </a:solidFill>
              </a:defRPr>
            </a:lvl6pPr>
            <a:lvl7pPr lvl="6" algn="l">
              <a:lnSpc>
                <a:spcPct val="100000"/>
              </a:lnSpc>
              <a:spcBef>
                <a:spcPts val="0"/>
              </a:spcBef>
              <a:spcAft>
                <a:spcPts val="0"/>
              </a:spcAft>
              <a:buClr>
                <a:srgbClr val="12284C"/>
              </a:buClr>
              <a:buSzPts val="3900"/>
              <a:buNone/>
              <a:defRPr sz="3900">
                <a:solidFill>
                  <a:srgbClr val="12284C"/>
                </a:solidFill>
              </a:defRPr>
            </a:lvl7pPr>
            <a:lvl8pPr lvl="7" algn="l">
              <a:lnSpc>
                <a:spcPct val="100000"/>
              </a:lnSpc>
              <a:spcBef>
                <a:spcPts val="0"/>
              </a:spcBef>
              <a:spcAft>
                <a:spcPts val="0"/>
              </a:spcAft>
              <a:buClr>
                <a:srgbClr val="12284C"/>
              </a:buClr>
              <a:buSzPts val="3900"/>
              <a:buNone/>
              <a:defRPr sz="3900">
                <a:solidFill>
                  <a:srgbClr val="12284C"/>
                </a:solidFill>
              </a:defRPr>
            </a:lvl8pPr>
            <a:lvl9pPr lvl="8" algn="l">
              <a:lnSpc>
                <a:spcPct val="100000"/>
              </a:lnSpc>
              <a:spcBef>
                <a:spcPts val="0"/>
              </a:spcBef>
              <a:spcAft>
                <a:spcPts val="0"/>
              </a:spcAft>
              <a:buClr>
                <a:srgbClr val="12284C"/>
              </a:buClr>
              <a:buSzPts val="3900"/>
              <a:buNone/>
              <a:defRPr sz="3900">
                <a:solidFill>
                  <a:srgbClr val="12284C"/>
                </a:solidFill>
              </a:defRPr>
            </a:lvl9pPr>
          </a:lstStyle>
          <a:p/>
        </p:txBody>
      </p:sp>
      <p:sp>
        <p:nvSpPr>
          <p:cNvPr id="41" name="Google Shape;41;p6"/>
          <p:cNvSpPr txBox="1"/>
          <p:nvPr>
            <p:ph idx="1" type="subTitle"/>
          </p:nvPr>
        </p:nvSpPr>
        <p:spPr>
          <a:xfrm>
            <a:off x="310896" y="1194295"/>
            <a:ext cx="4491900" cy="603600"/>
          </a:xfrm>
          <a:prstGeom prst="rect">
            <a:avLst/>
          </a:prstGeom>
          <a:noFill/>
          <a:ln>
            <a:noFill/>
          </a:ln>
        </p:spPr>
        <p:txBody>
          <a:bodyPr anchorCtr="0" anchor="t" bIns="91425" lIns="91425" spcFirstLastPara="1" rIns="91425" wrap="square" tIns="91425">
            <a:normAutofit/>
          </a:bodyPr>
          <a:lstStyle>
            <a:lvl1pPr lvl="0" algn="l">
              <a:lnSpc>
                <a:spcPct val="115000"/>
              </a:lnSpc>
              <a:spcBef>
                <a:spcPts val="0"/>
              </a:spcBef>
              <a:spcAft>
                <a:spcPts val="0"/>
              </a:spcAft>
              <a:buClr>
                <a:srgbClr val="12284C"/>
              </a:buClr>
              <a:buSzPts val="1800"/>
              <a:buNone/>
              <a:defRPr>
                <a:solidFill>
                  <a:srgbClr val="12284C"/>
                </a:solidFill>
              </a:defRPr>
            </a:lvl1pPr>
            <a:lvl2pPr lvl="1" algn="l">
              <a:lnSpc>
                <a:spcPct val="115000"/>
              </a:lnSpc>
              <a:spcBef>
                <a:spcPts val="0"/>
              </a:spcBef>
              <a:spcAft>
                <a:spcPts val="0"/>
              </a:spcAft>
              <a:buClr>
                <a:srgbClr val="12284C"/>
              </a:buClr>
              <a:buSzPts val="1400"/>
              <a:buNone/>
              <a:defRPr>
                <a:solidFill>
                  <a:srgbClr val="12284C"/>
                </a:solidFill>
              </a:defRPr>
            </a:lvl2pPr>
            <a:lvl3pPr lvl="2" algn="l">
              <a:lnSpc>
                <a:spcPct val="115000"/>
              </a:lnSpc>
              <a:spcBef>
                <a:spcPts val="0"/>
              </a:spcBef>
              <a:spcAft>
                <a:spcPts val="0"/>
              </a:spcAft>
              <a:buClr>
                <a:srgbClr val="12284C"/>
              </a:buClr>
              <a:buSzPts val="1400"/>
              <a:buNone/>
              <a:defRPr>
                <a:solidFill>
                  <a:srgbClr val="12284C"/>
                </a:solidFill>
              </a:defRPr>
            </a:lvl3pPr>
            <a:lvl4pPr lvl="3" algn="l">
              <a:lnSpc>
                <a:spcPct val="115000"/>
              </a:lnSpc>
              <a:spcBef>
                <a:spcPts val="0"/>
              </a:spcBef>
              <a:spcAft>
                <a:spcPts val="0"/>
              </a:spcAft>
              <a:buClr>
                <a:srgbClr val="12284C"/>
              </a:buClr>
              <a:buSzPts val="1400"/>
              <a:buNone/>
              <a:defRPr>
                <a:solidFill>
                  <a:srgbClr val="12284C"/>
                </a:solidFill>
              </a:defRPr>
            </a:lvl4pPr>
            <a:lvl5pPr lvl="4" algn="l">
              <a:lnSpc>
                <a:spcPct val="115000"/>
              </a:lnSpc>
              <a:spcBef>
                <a:spcPts val="0"/>
              </a:spcBef>
              <a:spcAft>
                <a:spcPts val="0"/>
              </a:spcAft>
              <a:buClr>
                <a:srgbClr val="12284C"/>
              </a:buClr>
              <a:buSzPts val="1400"/>
              <a:buNone/>
              <a:defRPr>
                <a:solidFill>
                  <a:srgbClr val="12284C"/>
                </a:solidFill>
              </a:defRPr>
            </a:lvl5pPr>
            <a:lvl6pPr lvl="5" algn="l">
              <a:lnSpc>
                <a:spcPct val="115000"/>
              </a:lnSpc>
              <a:spcBef>
                <a:spcPts val="0"/>
              </a:spcBef>
              <a:spcAft>
                <a:spcPts val="0"/>
              </a:spcAft>
              <a:buClr>
                <a:srgbClr val="12284C"/>
              </a:buClr>
              <a:buSzPts val="1400"/>
              <a:buNone/>
              <a:defRPr>
                <a:solidFill>
                  <a:srgbClr val="12284C"/>
                </a:solidFill>
              </a:defRPr>
            </a:lvl6pPr>
            <a:lvl7pPr lvl="6" algn="l">
              <a:lnSpc>
                <a:spcPct val="115000"/>
              </a:lnSpc>
              <a:spcBef>
                <a:spcPts val="0"/>
              </a:spcBef>
              <a:spcAft>
                <a:spcPts val="0"/>
              </a:spcAft>
              <a:buClr>
                <a:srgbClr val="12284C"/>
              </a:buClr>
              <a:buSzPts val="1400"/>
              <a:buNone/>
              <a:defRPr>
                <a:solidFill>
                  <a:srgbClr val="12284C"/>
                </a:solidFill>
              </a:defRPr>
            </a:lvl7pPr>
            <a:lvl8pPr lvl="7" algn="l">
              <a:lnSpc>
                <a:spcPct val="115000"/>
              </a:lnSpc>
              <a:spcBef>
                <a:spcPts val="0"/>
              </a:spcBef>
              <a:spcAft>
                <a:spcPts val="0"/>
              </a:spcAft>
              <a:buClr>
                <a:srgbClr val="12284C"/>
              </a:buClr>
              <a:buSzPts val="1400"/>
              <a:buNone/>
              <a:defRPr>
                <a:solidFill>
                  <a:srgbClr val="12284C"/>
                </a:solidFill>
              </a:defRPr>
            </a:lvl8pPr>
            <a:lvl9pPr lvl="8" algn="l">
              <a:lnSpc>
                <a:spcPct val="115000"/>
              </a:lnSpc>
              <a:spcBef>
                <a:spcPts val="0"/>
              </a:spcBef>
              <a:spcAft>
                <a:spcPts val="0"/>
              </a:spcAft>
              <a:buClr>
                <a:srgbClr val="12284C"/>
              </a:buClr>
              <a:buSzPts val="1400"/>
              <a:buNone/>
              <a:defRPr>
                <a:solidFill>
                  <a:srgbClr val="12284C"/>
                </a:solidFill>
              </a:defRPr>
            </a:lvl9pPr>
          </a:lstStyle>
          <a:p/>
        </p:txBody>
      </p:sp>
      <p:pic>
        <p:nvPicPr>
          <p:cNvPr id="42" name="Google Shape;42;p6"/>
          <p:cNvPicPr preferRelativeResize="0"/>
          <p:nvPr/>
        </p:nvPicPr>
        <p:blipFill rotWithShape="1">
          <a:blip r:embed="rId4">
            <a:alphaModFix/>
          </a:blip>
          <a:srcRect b="0" l="0" r="0" t="0"/>
          <a:stretch/>
        </p:blipFill>
        <p:spPr>
          <a:xfrm>
            <a:off x="8248846" y="4009412"/>
            <a:ext cx="686430" cy="9858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Blue" type="tx">
  <p:cSld name="TITLE_AND_BODY">
    <p:bg>
      <p:bgPr>
        <a:blipFill>
          <a:blip r:embed="rId2">
            <a:alphaModFix/>
          </a:blip>
          <a:stretch>
            <a:fillRect/>
          </a:stretch>
        </a:blipFill>
      </p:bgPr>
    </p:bg>
    <p:spTree>
      <p:nvGrpSpPr>
        <p:cNvPr id="43" name="Shape 43"/>
        <p:cNvGrpSpPr/>
        <p:nvPr/>
      </p:nvGrpSpPr>
      <p:grpSpPr>
        <a:xfrm>
          <a:off x="0" y="0"/>
          <a:ext cx="0" cy="0"/>
          <a:chOff x="0" y="0"/>
          <a:chExt cx="0" cy="0"/>
        </a:xfrm>
      </p:grpSpPr>
      <p:sp>
        <p:nvSpPr>
          <p:cNvPr id="44" name="Google Shape;44;p7"/>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45" name="Google Shape;45;p7"/>
          <p:cNvSpPr txBox="1"/>
          <p:nvPr>
            <p:ph idx="1" type="body"/>
          </p:nvPr>
        </p:nvSpPr>
        <p:spPr>
          <a:xfrm>
            <a:off x="311700" y="1152475"/>
            <a:ext cx="42618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46" name="Google Shape;46;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47" name="Google Shape;47;p7"/>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48" name="Google Shape;48;p7"/>
          <p:cNvPicPr preferRelativeResize="0"/>
          <p:nvPr/>
        </p:nvPicPr>
        <p:blipFill rotWithShape="1">
          <a:blip r:embed="rId4">
            <a:alphaModFix/>
          </a:blip>
          <a:srcRect b="0" l="0" r="0" t="0"/>
          <a:stretch/>
        </p:blipFill>
        <p:spPr>
          <a:xfrm>
            <a:off x="8252200" y="4079073"/>
            <a:ext cx="655451" cy="917356"/>
          </a:xfrm>
          <a:prstGeom prst="rect">
            <a:avLst/>
          </a:prstGeom>
          <a:noFill/>
          <a:ln>
            <a:noFill/>
          </a:ln>
        </p:spPr>
      </p:pic>
      <p:sp>
        <p:nvSpPr>
          <p:cNvPr id="49" name="Google Shape;49;p7"/>
          <p:cNvSpPr/>
          <p:nvPr>
            <p:ph idx="2" type="pic"/>
          </p:nvPr>
        </p:nvSpPr>
        <p:spPr>
          <a:xfrm>
            <a:off x="5910650" y="445025"/>
            <a:ext cx="2944200" cy="3565800"/>
          </a:xfrm>
          <a:prstGeom prst="roundRect">
            <a:avLst>
              <a:gd fmla="val 2487" name="adj"/>
            </a:avLst>
          </a:prstGeom>
          <a:noFill/>
          <a:ln>
            <a:noFill/>
          </a:ln>
        </p:spPr>
      </p:sp>
      <p:sp>
        <p:nvSpPr>
          <p:cNvPr id="50" name="Google Shape;50;p7"/>
          <p:cNvSpPr txBox="1"/>
          <p:nvPr>
            <p:ph type="title"/>
          </p:nvPr>
        </p:nvSpPr>
        <p:spPr>
          <a:xfrm>
            <a:off x="311700" y="445025"/>
            <a:ext cx="5277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3D85C6"/>
              </a:buClr>
              <a:buSzPts val="2300"/>
              <a:buNone/>
              <a:defRPr sz="2300">
                <a:solidFill>
                  <a:srgbClr val="3D85C6"/>
                </a:solidFill>
              </a:defRPr>
            </a:lvl1pPr>
            <a:lvl2pPr lvl="1" algn="l">
              <a:lnSpc>
                <a:spcPct val="100000"/>
              </a:lnSpc>
              <a:spcBef>
                <a:spcPts val="0"/>
              </a:spcBef>
              <a:spcAft>
                <a:spcPts val="0"/>
              </a:spcAft>
              <a:buClr>
                <a:srgbClr val="3D85C6"/>
              </a:buClr>
              <a:buSzPts val="2100"/>
              <a:buNone/>
              <a:defRPr sz="2100">
                <a:solidFill>
                  <a:srgbClr val="3D85C6"/>
                </a:solidFill>
              </a:defRPr>
            </a:lvl2pPr>
            <a:lvl3pPr lvl="2" algn="l">
              <a:lnSpc>
                <a:spcPct val="100000"/>
              </a:lnSpc>
              <a:spcBef>
                <a:spcPts val="0"/>
              </a:spcBef>
              <a:spcAft>
                <a:spcPts val="0"/>
              </a:spcAft>
              <a:buClr>
                <a:srgbClr val="3D85C6"/>
              </a:buClr>
              <a:buSzPts val="2100"/>
              <a:buNone/>
              <a:defRPr sz="2100">
                <a:solidFill>
                  <a:srgbClr val="3D85C6"/>
                </a:solidFill>
              </a:defRPr>
            </a:lvl3pPr>
            <a:lvl4pPr lvl="3" algn="l">
              <a:lnSpc>
                <a:spcPct val="100000"/>
              </a:lnSpc>
              <a:spcBef>
                <a:spcPts val="0"/>
              </a:spcBef>
              <a:spcAft>
                <a:spcPts val="0"/>
              </a:spcAft>
              <a:buClr>
                <a:srgbClr val="3D85C6"/>
              </a:buClr>
              <a:buSzPts val="2100"/>
              <a:buNone/>
              <a:defRPr sz="2100">
                <a:solidFill>
                  <a:srgbClr val="3D85C6"/>
                </a:solidFill>
              </a:defRPr>
            </a:lvl4pPr>
            <a:lvl5pPr lvl="4" algn="l">
              <a:lnSpc>
                <a:spcPct val="100000"/>
              </a:lnSpc>
              <a:spcBef>
                <a:spcPts val="0"/>
              </a:spcBef>
              <a:spcAft>
                <a:spcPts val="0"/>
              </a:spcAft>
              <a:buClr>
                <a:srgbClr val="3D85C6"/>
              </a:buClr>
              <a:buSzPts val="2100"/>
              <a:buNone/>
              <a:defRPr sz="2100">
                <a:solidFill>
                  <a:srgbClr val="3D85C6"/>
                </a:solidFill>
              </a:defRPr>
            </a:lvl5pPr>
            <a:lvl6pPr lvl="5" algn="l">
              <a:lnSpc>
                <a:spcPct val="100000"/>
              </a:lnSpc>
              <a:spcBef>
                <a:spcPts val="0"/>
              </a:spcBef>
              <a:spcAft>
                <a:spcPts val="0"/>
              </a:spcAft>
              <a:buClr>
                <a:srgbClr val="3D85C6"/>
              </a:buClr>
              <a:buSzPts val="2100"/>
              <a:buNone/>
              <a:defRPr sz="2100">
                <a:solidFill>
                  <a:srgbClr val="3D85C6"/>
                </a:solidFill>
              </a:defRPr>
            </a:lvl6pPr>
            <a:lvl7pPr lvl="6" algn="l">
              <a:lnSpc>
                <a:spcPct val="100000"/>
              </a:lnSpc>
              <a:spcBef>
                <a:spcPts val="0"/>
              </a:spcBef>
              <a:spcAft>
                <a:spcPts val="0"/>
              </a:spcAft>
              <a:buClr>
                <a:srgbClr val="3D85C6"/>
              </a:buClr>
              <a:buSzPts val="2100"/>
              <a:buNone/>
              <a:defRPr sz="2100">
                <a:solidFill>
                  <a:srgbClr val="3D85C6"/>
                </a:solidFill>
              </a:defRPr>
            </a:lvl7pPr>
            <a:lvl8pPr lvl="7" algn="l">
              <a:lnSpc>
                <a:spcPct val="100000"/>
              </a:lnSpc>
              <a:spcBef>
                <a:spcPts val="0"/>
              </a:spcBef>
              <a:spcAft>
                <a:spcPts val="0"/>
              </a:spcAft>
              <a:buClr>
                <a:srgbClr val="3D85C6"/>
              </a:buClr>
              <a:buSzPts val="2100"/>
              <a:buNone/>
              <a:defRPr sz="2100">
                <a:solidFill>
                  <a:srgbClr val="3D85C6"/>
                </a:solidFill>
              </a:defRPr>
            </a:lvl8pPr>
            <a:lvl9pPr lvl="8" algn="l">
              <a:lnSpc>
                <a:spcPct val="100000"/>
              </a:lnSpc>
              <a:spcBef>
                <a:spcPts val="0"/>
              </a:spcBef>
              <a:spcAft>
                <a:spcPts val="0"/>
              </a:spcAft>
              <a:buClr>
                <a:srgbClr val="3D85C6"/>
              </a:buClr>
              <a:buSzPts val="2100"/>
              <a:buNone/>
              <a:defRPr sz="2100">
                <a:solidFill>
                  <a:srgbClr val="3D85C6"/>
                </a:solidFill>
              </a:defRPr>
            </a:lvl9pPr>
          </a:lstStyle>
          <a:p/>
        </p:txBody>
      </p:sp>
      <p:sp>
        <p:nvSpPr>
          <p:cNvPr id="51" name="Google Shape;51;p7"/>
          <p:cNvSpPr txBox="1"/>
          <p:nvPr>
            <p:ph idx="3" type="body"/>
          </p:nvPr>
        </p:nvSpPr>
        <p:spPr>
          <a:xfrm>
            <a:off x="311700" y="1152475"/>
            <a:ext cx="52773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Green">
  <p:cSld name="TITLE_AND_BODY_1">
    <p:bg>
      <p:bgPr>
        <a:blipFill>
          <a:blip r:embed="rId2">
            <a:alphaModFix/>
          </a:blip>
          <a:stretch>
            <a:fillRect/>
          </a:stretch>
        </a:blipFill>
      </p:bgPr>
    </p:bg>
    <p:spTree>
      <p:nvGrpSpPr>
        <p:cNvPr id="52" name="Shape 52"/>
        <p:cNvGrpSpPr/>
        <p:nvPr/>
      </p:nvGrpSpPr>
      <p:grpSpPr>
        <a:xfrm>
          <a:off x="0" y="0"/>
          <a:ext cx="0" cy="0"/>
          <a:chOff x="0" y="0"/>
          <a:chExt cx="0" cy="0"/>
        </a:xfrm>
      </p:grpSpPr>
      <p:sp>
        <p:nvSpPr>
          <p:cNvPr id="53" name="Google Shape;53;p8"/>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54" name="Google Shape;54;p8"/>
          <p:cNvSpPr txBox="1"/>
          <p:nvPr>
            <p:ph type="title"/>
          </p:nvPr>
        </p:nvSpPr>
        <p:spPr>
          <a:xfrm>
            <a:off x="311700" y="445025"/>
            <a:ext cx="5277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6AA84F"/>
              </a:buClr>
              <a:buSzPts val="2300"/>
              <a:buNone/>
              <a:defRPr sz="2300">
                <a:solidFill>
                  <a:srgbClr val="6AA84F"/>
                </a:solidFill>
              </a:defRPr>
            </a:lvl1pPr>
            <a:lvl2pPr lvl="1" algn="l">
              <a:lnSpc>
                <a:spcPct val="100000"/>
              </a:lnSpc>
              <a:spcBef>
                <a:spcPts val="0"/>
              </a:spcBef>
              <a:spcAft>
                <a:spcPts val="0"/>
              </a:spcAft>
              <a:buClr>
                <a:srgbClr val="6AA84F"/>
              </a:buClr>
              <a:buSzPts val="1800"/>
              <a:buNone/>
              <a:defRPr sz="1800">
                <a:solidFill>
                  <a:srgbClr val="6AA84F"/>
                </a:solidFill>
              </a:defRPr>
            </a:lvl2pPr>
            <a:lvl3pPr lvl="2" algn="l">
              <a:lnSpc>
                <a:spcPct val="100000"/>
              </a:lnSpc>
              <a:spcBef>
                <a:spcPts val="0"/>
              </a:spcBef>
              <a:spcAft>
                <a:spcPts val="0"/>
              </a:spcAft>
              <a:buClr>
                <a:srgbClr val="6AA84F"/>
              </a:buClr>
              <a:buSzPts val="1800"/>
              <a:buNone/>
              <a:defRPr sz="1800">
                <a:solidFill>
                  <a:srgbClr val="6AA84F"/>
                </a:solidFill>
              </a:defRPr>
            </a:lvl3pPr>
            <a:lvl4pPr lvl="3" algn="l">
              <a:lnSpc>
                <a:spcPct val="100000"/>
              </a:lnSpc>
              <a:spcBef>
                <a:spcPts val="0"/>
              </a:spcBef>
              <a:spcAft>
                <a:spcPts val="0"/>
              </a:spcAft>
              <a:buClr>
                <a:srgbClr val="6AA84F"/>
              </a:buClr>
              <a:buSzPts val="1800"/>
              <a:buNone/>
              <a:defRPr sz="1800">
                <a:solidFill>
                  <a:srgbClr val="6AA84F"/>
                </a:solidFill>
              </a:defRPr>
            </a:lvl4pPr>
            <a:lvl5pPr lvl="4" algn="l">
              <a:lnSpc>
                <a:spcPct val="100000"/>
              </a:lnSpc>
              <a:spcBef>
                <a:spcPts val="0"/>
              </a:spcBef>
              <a:spcAft>
                <a:spcPts val="0"/>
              </a:spcAft>
              <a:buClr>
                <a:srgbClr val="6AA84F"/>
              </a:buClr>
              <a:buSzPts val="1800"/>
              <a:buNone/>
              <a:defRPr sz="1800">
                <a:solidFill>
                  <a:srgbClr val="6AA84F"/>
                </a:solidFill>
              </a:defRPr>
            </a:lvl5pPr>
            <a:lvl6pPr lvl="5" algn="l">
              <a:lnSpc>
                <a:spcPct val="100000"/>
              </a:lnSpc>
              <a:spcBef>
                <a:spcPts val="0"/>
              </a:spcBef>
              <a:spcAft>
                <a:spcPts val="0"/>
              </a:spcAft>
              <a:buClr>
                <a:srgbClr val="6AA84F"/>
              </a:buClr>
              <a:buSzPts val="1800"/>
              <a:buNone/>
              <a:defRPr sz="1800">
                <a:solidFill>
                  <a:srgbClr val="6AA84F"/>
                </a:solidFill>
              </a:defRPr>
            </a:lvl6pPr>
            <a:lvl7pPr lvl="6" algn="l">
              <a:lnSpc>
                <a:spcPct val="100000"/>
              </a:lnSpc>
              <a:spcBef>
                <a:spcPts val="0"/>
              </a:spcBef>
              <a:spcAft>
                <a:spcPts val="0"/>
              </a:spcAft>
              <a:buClr>
                <a:srgbClr val="6AA84F"/>
              </a:buClr>
              <a:buSzPts val="1800"/>
              <a:buNone/>
              <a:defRPr sz="1800">
                <a:solidFill>
                  <a:srgbClr val="6AA84F"/>
                </a:solidFill>
              </a:defRPr>
            </a:lvl7pPr>
            <a:lvl8pPr lvl="7" algn="l">
              <a:lnSpc>
                <a:spcPct val="100000"/>
              </a:lnSpc>
              <a:spcBef>
                <a:spcPts val="0"/>
              </a:spcBef>
              <a:spcAft>
                <a:spcPts val="0"/>
              </a:spcAft>
              <a:buClr>
                <a:srgbClr val="6AA84F"/>
              </a:buClr>
              <a:buSzPts val="1800"/>
              <a:buNone/>
              <a:defRPr sz="1800">
                <a:solidFill>
                  <a:srgbClr val="6AA84F"/>
                </a:solidFill>
              </a:defRPr>
            </a:lvl8pPr>
            <a:lvl9pPr lvl="8" algn="l">
              <a:lnSpc>
                <a:spcPct val="100000"/>
              </a:lnSpc>
              <a:spcBef>
                <a:spcPts val="0"/>
              </a:spcBef>
              <a:spcAft>
                <a:spcPts val="0"/>
              </a:spcAft>
              <a:buClr>
                <a:srgbClr val="6AA84F"/>
              </a:buClr>
              <a:buSzPts val="1800"/>
              <a:buNone/>
              <a:defRPr sz="1800">
                <a:solidFill>
                  <a:srgbClr val="6AA84F"/>
                </a:solidFill>
              </a:defRPr>
            </a:lvl9pPr>
          </a:lstStyle>
          <a:p/>
        </p:txBody>
      </p:sp>
      <p:sp>
        <p:nvSpPr>
          <p:cNvPr id="55" name="Google Shape;55;p8"/>
          <p:cNvSpPr txBox="1"/>
          <p:nvPr>
            <p:ph idx="1" type="body"/>
          </p:nvPr>
        </p:nvSpPr>
        <p:spPr>
          <a:xfrm>
            <a:off x="311700" y="1152475"/>
            <a:ext cx="42618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56" name="Google Shape;5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57" name="Google Shape;57;p8"/>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58" name="Google Shape;58;p8"/>
          <p:cNvPicPr preferRelativeResize="0"/>
          <p:nvPr/>
        </p:nvPicPr>
        <p:blipFill rotWithShape="1">
          <a:blip r:embed="rId4">
            <a:alphaModFix/>
          </a:blip>
          <a:srcRect b="0" l="0" r="0" t="0"/>
          <a:stretch/>
        </p:blipFill>
        <p:spPr>
          <a:xfrm>
            <a:off x="8252200" y="4079073"/>
            <a:ext cx="655451" cy="917356"/>
          </a:xfrm>
          <a:prstGeom prst="rect">
            <a:avLst/>
          </a:prstGeom>
          <a:noFill/>
          <a:ln>
            <a:noFill/>
          </a:ln>
        </p:spPr>
      </p:pic>
      <p:sp>
        <p:nvSpPr>
          <p:cNvPr id="59" name="Google Shape;59;p8"/>
          <p:cNvSpPr/>
          <p:nvPr>
            <p:ph idx="2" type="pic"/>
          </p:nvPr>
        </p:nvSpPr>
        <p:spPr>
          <a:xfrm>
            <a:off x="5910650" y="445025"/>
            <a:ext cx="2944200" cy="3565800"/>
          </a:xfrm>
          <a:prstGeom prst="roundRect">
            <a:avLst>
              <a:gd fmla="val 2487" name="adj"/>
            </a:avLst>
          </a:prstGeom>
          <a:noFill/>
          <a:ln>
            <a:noFill/>
          </a:ln>
        </p:spPr>
      </p:sp>
      <p:sp>
        <p:nvSpPr>
          <p:cNvPr id="60" name="Google Shape;60;p8"/>
          <p:cNvSpPr txBox="1"/>
          <p:nvPr>
            <p:ph idx="3" type="body"/>
          </p:nvPr>
        </p:nvSpPr>
        <p:spPr>
          <a:xfrm>
            <a:off x="311700" y="1152475"/>
            <a:ext cx="52773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and body - Red">
  <p:cSld name="TITLE_AND_BODY_1_1">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9"/>
          <p:cNvSpPr txBox="1"/>
          <p:nvPr>
            <p:ph idx="1" type="body"/>
          </p:nvPr>
        </p:nvSpPr>
        <p:spPr>
          <a:xfrm>
            <a:off x="311700" y="1152475"/>
            <a:ext cx="42618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63" name="Google Shape;63;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64" name="Google Shape;64;p9"/>
          <p:cNvPicPr preferRelativeResize="0"/>
          <p:nvPr/>
        </p:nvPicPr>
        <p:blipFill rotWithShape="1">
          <a:blip r:embed="rId3">
            <a:alphaModFix/>
          </a:blip>
          <a:srcRect b="0" l="0" r="60427" t="38363"/>
          <a:stretch/>
        </p:blipFill>
        <p:spPr>
          <a:xfrm>
            <a:off x="7622475" y="3906525"/>
            <a:ext cx="1521526" cy="1236975"/>
          </a:xfrm>
          <a:prstGeom prst="rect">
            <a:avLst/>
          </a:prstGeom>
          <a:noFill/>
          <a:ln>
            <a:noFill/>
          </a:ln>
        </p:spPr>
      </p:pic>
      <p:pic>
        <p:nvPicPr>
          <p:cNvPr id="65" name="Google Shape;65;p9"/>
          <p:cNvPicPr preferRelativeResize="0"/>
          <p:nvPr/>
        </p:nvPicPr>
        <p:blipFill rotWithShape="1">
          <a:blip r:embed="rId4">
            <a:alphaModFix/>
          </a:blip>
          <a:srcRect b="0" l="0" r="0" t="0"/>
          <a:stretch/>
        </p:blipFill>
        <p:spPr>
          <a:xfrm>
            <a:off x="8252200" y="4079073"/>
            <a:ext cx="655451" cy="917356"/>
          </a:xfrm>
          <a:prstGeom prst="rect">
            <a:avLst/>
          </a:prstGeom>
          <a:noFill/>
          <a:ln>
            <a:noFill/>
          </a:ln>
        </p:spPr>
      </p:pic>
      <p:sp>
        <p:nvSpPr>
          <p:cNvPr id="66" name="Google Shape;66;p9"/>
          <p:cNvSpPr/>
          <p:nvPr/>
        </p:nvSpPr>
        <p:spPr>
          <a:xfrm>
            <a:off x="27950" y="-10150"/>
            <a:ext cx="7362900" cy="51537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67" name="Google Shape;67;p9"/>
          <p:cNvSpPr/>
          <p:nvPr>
            <p:ph idx="2" type="pic"/>
          </p:nvPr>
        </p:nvSpPr>
        <p:spPr>
          <a:xfrm>
            <a:off x="5910650" y="445025"/>
            <a:ext cx="2944200" cy="3565800"/>
          </a:xfrm>
          <a:prstGeom prst="roundRect">
            <a:avLst>
              <a:gd fmla="val 2487" name="adj"/>
            </a:avLst>
          </a:prstGeom>
          <a:noFill/>
          <a:ln>
            <a:noFill/>
          </a:ln>
        </p:spPr>
      </p:sp>
      <p:sp>
        <p:nvSpPr>
          <p:cNvPr id="68" name="Google Shape;68;p9"/>
          <p:cNvSpPr txBox="1"/>
          <p:nvPr>
            <p:ph idx="3" type="body"/>
          </p:nvPr>
        </p:nvSpPr>
        <p:spPr>
          <a:xfrm>
            <a:off x="311700" y="1152475"/>
            <a:ext cx="5277300" cy="34164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69" name="Google Shape;69;p9"/>
          <p:cNvSpPr txBox="1"/>
          <p:nvPr>
            <p:ph type="title"/>
          </p:nvPr>
        </p:nvSpPr>
        <p:spPr>
          <a:xfrm>
            <a:off x="311700" y="445025"/>
            <a:ext cx="52773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E84040"/>
              </a:buClr>
              <a:buSzPts val="2300"/>
              <a:buNone/>
              <a:defRPr sz="2300">
                <a:solidFill>
                  <a:srgbClr val="E84040"/>
                </a:solidFill>
              </a:defRPr>
            </a:lvl1pPr>
            <a:lvl2pPr lvl="1" algn="l">
              <a:lnSpc>
                <a:spcPct val="100000"/>
              </a:lnSpc>
              <a:spcBef>
                <a:spcPts val="0"/>
              </a:spcBef>
              <a:spcAft>
                <a:spcPts val="0"/>
              </a:spcAft>
              <a:buClr>
                <a:srgbClr val="E84040"/>
              </a:buClr>
              <a:buSzPts val="1800"/>
              <a:buNone/>
              <a:defRPr sz="1800">
                <a:solidFill>
                  <a:srgbClr val="E84040"/>
                </a:solidFill>
              </a:defRPr>
            </a:lvl2pPr>
            <a:lvl3pPr lvl="2" algn="l">
              <a:lnSpc>
                <a:spcPct val="100000"/>
              </a:lnSpc>
              <a:spcBef>
                <a:spcPts val="0"/>
              </a:spcBef>
              <a:spcAft>
                <a:spcPts val="0"/>
              </a:spcAft>
              <a:buClr>
                <a:srgbClr val="E84040"/>
              </a:buClr>
              <a:buSzPts val="1800"/>
              <a:buNone/>
              <a:defRPr sz="1800">
                <a:solidFill>
                  <a:srgbClr val="E84040"/>
                </a:solidFill>
              </a:defRPr>
            </a:lvl3pPr>
            <a:lvl4pPr lvl="3" algn="l">
              <a:lnSpc>
                <a:spcPct val="100000"/>
              </a:lnSpc>
              <a:spcBef>
                <a:spcPts val="0"/>
              </a:spcBef>
              <a:spcAft>
                <a:spcPts val="0"/>
              </a:spcAft>
              <a:buClr>
                <a:srgbClr val="E84040"/>
              </a:buClr>
              <a:buSzPts val="1800"/>
              <a:buNone/>
              <a:defRPr sz="1800">
                <a:solidFill>
                  <a:srgbClr val="E84040"/>
                </a:solidFill>
              </a:defRPr>
            </a:lvl4pPr>
            <a:lvl5pPr lvl="4" algn="l">
              <a:lnSpc>
                <a:spcPct val="100000"/>
              </a:lnSpc>
              <a:spcBef>
                <a:spcPts val="0"/>
              </a:spcBef>
              <a:spcAft>
                <a:spcPts val="0"/>
              </a:spcAft>
              <a:buClr>
                <a:srgbClr val="E84040"/>
              </a:buClr>
              <a:buSzPts val="1800"/>
              <a:buNone/>
              <a:defRPr sz="1800">
                <a:solidFill>
                  <a:srgbClr val="E84040"/>
                </a:solidFill>
              </a:defRPr>
            </a:lvl5pPr>
            <a:lvl6pPr lvl="5" algn="l">
              <a:lnSpc>
                <a:spcPct val="100000"/>
              </a:lnSpc>
              <a:spcBef>
                <a:spcPts val="0"/>
              </a:spcBef>
              <a:spcAft>
                <a:spcPts val="0"/>
              </a:spcAft>
              <a:buClr>
                <a:srgbClr val="E84040"/>
              </a:buClr>
              <a:buSzPts val="1800"/>
              <a:buNone/>
              <a:defRPr sz="1800">
                <a:solidFill>
                  <a:srgbClr val="E84040"/>
                </a:solidFill>
              </a:defRPr>
            </a:lvl6pPr>
            <a:lvl7pPr lvl="6" algn="l">
              <a:lnSpc>
                <a:spcPct val="100000"/>
              </a:lnSpc>
              <a:spcBef>
                <a:spcPts val="0"/>
              </a:spcBef>
              <a:spcAft>
                <a:spcPts val="0"/>
              </a:spcAft>
              <a:buClr>
                <a:srgbClr val="E84040"/>
              </a:buClr>
              <a:buSzPts val="1800"/>
              <a:buNone/>
              <a:defRPr sz="1800">
                <a:solidFill>
                  <a:srgbClr val="E84040"/>
                </a:solidFill>
              </a:defRPr>
            </a:lvl7pPr>
            <a:lvl8pPr lvl="7" algn="l">
              <a:lnSpc>
                <a:spcPct val="100000"/>
              </a:lnSpc>
              <a:spcBef>
                <a:spcPts val="0"/>
              </a:spcBef>
              <a:spcAft>
                <a:spcPts val="0"/>
              </a:spcAft>
              <a:buClr>
                <a:srgbClr val="E84040"/>
              </a:buClr>
              <a:buSzPts val="1800"/>
              <a:buNone/>
              <a:defRPr sz="1800">
                <a:solidFill>
                  <a:srgbClr val="E84040"/>
                </a:solidFill>
              </a:defRPr>
            </a:lvl8pPr>
            <a:lvl9pPr lvl="8" algn="l">
              <a:lnSpc>
                <a:spcPct val="100000"/>
              </a:lnSpc>
              <a:spcBef>
                <a:spcPts val="0"/>
              </a:spcBef>
              <a:spcAft>
                <a:spcPts val="0"/>
              </a:spcAft>
              <a:buClr>
                <a:srgbClr val="E84040"/>
              </a:buClr>
              <a:buSzPts val="1800"/>
              <a:buNone/>
              <a:defRPr sz="1800">
                <a:solidFill>
                  <a:srgbClr val="E84040"/>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Better)">
  <p:cSld name="TITLE_AND_BODY_1_1_1">
    <p:bg>
      <p:bgPr>
        <a:blipFill>
          <a:blip r:embed="rId2">
            <a:alphaModFix/>
          </a:blip>
          <a:stretch>
            <a:fillRect/>
          </a:stretch>
        </a:blipFill>
      </p:bgPr>
    </p:bg>
    <p:spTree>
      <p:nvGrpSpPr>
        <p:cNvPr id="70" name="Shape 70"/>
        <p:cNvGrpSpPr/>
        <p:nvPr/>
      </p:nvGrpSpPr>
      <p:grpSpPr>
        <a:xfrm>
          <a:off x="0" y="0"/>
          <a:ext cx="0" cy="0"/>
          <a:chOff x="0" y="0"/>
          <a:chExt cx="0" cy="0"/>
        </a:xfrm>
      </p:grpSpPr>
      <p:sp>
        <p:nvSpPr>
          <p:cNvPr id="71" name="Google Shape;71;p10"/>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72" name="Google Shape;72;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73" name="Google Shape;73;p10"/>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74" name="Google Shape;74;p10"/>
          <p:cNvPicPr preferRelativeResize="0"/>
          <p:nvPr/>
        </p:nvPicPr>
        <p:blipFill rotWithShape="1">
          <a:blip r:embed="rId3">
            <a:alphaModFix/>
          </a:blip>
          <a:srcRect b="0" l="0" r="0" t="0"/>
          <a:stretch/>
        </p:blipFill>
        <p:spPr>
          <a:xfrm>
            <a:off x="350563" y="296750"/>
            <a:ext cx="548700" cy="767945"/>
          </a:xfrm>
          <a:prstGeom prst="rect">
            <a:avLst/>
          </a:prstGeom>
          <a:noFill/>
          <a:ln>
            <a:noFill/>
          </a:ln>
        </p:spPr>
      </p:pic>
      <p:sp>
        <p:nvSpPr>
          <p:cNvPr id="75" name="Google Shape;75;p10"/>
          <p:cNvSpPr txBox="1"/>
          <p:nvPr>
            <p:ph type="title"/>
          </p:nvPr>
        </p:nvSpPr>
        <p:spPr>
          <a:xfrm>
            <a:off x="1139850" y="492000"/>
            <a:ext cx="69288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rgbClr val="12284C"/>
              </a:buClr>
              <a:buSzPts val="1800"/>
              <a:buNone/>
              <a:defRPr sz="1800">
                <a:solidFill>
                  <a:srgbClr val="12284C"/>
                </a:solidFill>
              </a:defRPr>
            </a:lvl2pPr>
            <a:lvl3pPr lvl="2" algn="l">
              <a:lnSpc>
                <a:spcPct val="100000"/>
              </a:lnSpc>
              <a:spcBef>
                <a:spcPts val="0"/>
              </a:spcBef>
              <a:spcAft>
                <a:spcPts val="0"/>
              </a:spcAft>
              <a:buClr>
                <a:srgbClr val="12284C"/>
              </a:buClr>
              <a:buSzPts val="1800"/>
              <a:buNone/>
              <a:defRPr sz="1800">
                <a:solidFill>
                  <a:srgbClr val="12284C"/>
                </a:solidFill>
              </a:defRPr>
            </a:lvl3pPr>
            <a:lvl4pPr lvl="3" algn="l">
              <a:lnSpc>
                <a:spcPct val="100000"/>
              </a:lnSpc>
              <a:spcBef>
                <a:spcPts val="0"/>
              </a:spcBef>
              <a:spcAft>
                <a:spcPts val="0"/>
              </a:spcAft>
              <a:buClr>
                <a:srgbClr val="12284C"/>
              </a:buClr>
              <a:buSzPts val="1800"/>
              <a:buNone/>
              <a:defRPr sz="1800">
                <a:solidFill>
                  <a:srgbClr val="12284C"/>
                </a:solidFill>
              </a:defRPr>
            </a:lvl4pPr>
            <a:lvl5pPr lvl="4" algn="l">
              <a:lnSpc>
                <a:spcPct val="100000"/>
              </a:lnSpc>
              <a:spcBef>
                <a:spcPts val="0"/>
              </a:spcBef>
              <a:spcAft>
                <a:spcPts val="0"/>
              </a:spcAft>
              <a:buClr>
                <a:srgbClr val="12284C"/>
              </a:buClr>
              <a:buSzPts val="1800"/>
              <a:buNone/>
              <a:defRPr sz="1800">
                <a:solidFill>
                  <a:srgbClr val="12284C"/>
                </a:solidFill>
              </a:defRPr>
            </a:lvl5pPr>
            <a:lvl6pPr lvl="5" algn="l">
              <a:lnSpc>
                <a:spcPct val="100000"/>
              </a:lnSpc>
              <a:spcBef>
                <a:spcPts val="0"/>
              </a:spcBef>
              <a:spcAft>
                <a:spcPts val="0"/>
              </a:spcAft>
              <a:buClr>
                <a:srgbClr val="12284C"/>
              </a:buClr>
              <a:buSzPts val="1800"/>
              <a:buNone/>
              <a:defRPr sz="1800">
                <a:solidFill>
                  <a:srgbClr val="12284C"/>
                </a:solidFill>
              </a:defRPr>
            </a:lvl6pPr>
            <a:lvl7pPr lvl="6" algn="l">
              <a:lnSpc>
                <a:spcPct val="100000"/>
              </a:lnSpc>
              <a:spcBef>
                <a:spcPts val="0"/>
              </a:spcBef>
              <a:spcAft>
                <a:spcPts val="0"/>
              </a:spcAft>
              <a:buClr>
                <a:srgbClr val="12284C"/>
              </a:buClr>
              <a:buSzPts val="1800"/>
              <a:buNone/>
              <a:defRPr sz="1800">
                <a:solidFill>
                  <a:srgbClr val="12284C"/>
                </a:solidFill>
              </a:defRPr>
            </a:lvl7pPr>
            <a:lvl8pPr lvl="7" algn="l">
              <a:lnSpc>
                <a:spcPct val="100000"/>
              </a:lnSpc>
              <a:spcBef>
                <a:spcPts val="0"/>
              </a:spcBef>
              <a:spcAft>
                <a:spcPts val="0"/>
              </a:spcAft>
              <a:buClr>
                <a:srgbClr val="12284C"/>
              </a:buClr>
              <a:buSzPts val="1800"/>
              <a:buNone/>
              <a:defRPr sz="1800">
                <a:solidFill>
                  <a:srgbClr val="12284C"/>
                </a:solidFill>
              </a:defRPr>
            </a:lvl8pPr>
            <a:lvl9pPr lvl="8" algn="l">
              <a:lnSpc>
                <a:spcPct val="100000"/>
              </a:lnSpc>
              <a:spcBef>
                <a:spcPts val="0"/>
              </a:spcBef>
              <a:spcAft>
                <a:spcPts val="0"/>
              </a:spcAft>
              <a:buClr>
                <a:srgbClr val="12284C"/>
              </a:buClr>
              <a:buSzPts val="1800"/>
              <a:buNone/>
              <a:defRPr sz="1800">
                <a:solidFill>
                  <a:srgbClr val="12284C"/>
                </a:solidFill>
              </a:defRPr>
            </a:lvl9pPr>
          </a:lstStyle>
          <a:p/>
        </p:txBody>
      </p:sp>
      <p:sp>
        <p:nvSpPr>
          <p:cNvPr id="76" name="Google Shape;76;p10"/>
          <p:cNvSpPr txBox="1"/>
          <p:nvPr>
            <p:ph idx="1" type="body"/>
          </p:nvPr>
        </p:nvSpPr>
        <p:spPr>
          <a:xfrm>
            <a:off x="1139850"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77" name="Google Shape;77;p10"/>
          <p:cNvSpPr txBox="1"/>
          <p:nvPr>
            <p:ph idx="3" type="body"/>
          </p:nvPr>
        </p:nvSpPr>
        <p:spPr>
          <a:xfrm>
            <a:off x="5100693"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Faster)">
  <p:cSld name="TITLE_AND_BODY_1_1_1_1">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0" name="Google Shape;80;p11"/>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1" name="Google Shape;81;p11"/>
          <p:cNvSpPr txBox="1"/>
          <p:nvPr>
            <p:ph idx="3"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2" name="Google Shape;82;p11"/>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83" name="Google Shape;83;p11"/>
          <p:cNvPicPr preferRelativeResize="0"/>
          <p:nvPr/>
        </p:nvPicPr>
        <p:blipFill rotWithShape="1">
          <a:blip r:embed="rId3">
            <a:alphaModFix/>
          </a:blip>
          <a:srcRect b="0" l="0" r="0" t="0"/>
          <a:stretch/>
        </p:blipFill>
        <p:spPr>
          <a:xfrm>
            <a:off x="350563" y="296750"/>
            <a:ext cx="548700" cy="767945"/>
          </a:xfrm>
          <a:prstGeom prst="rect">
            <a:avLst/>
          </a:prstGeom>
          <a:noFill/>
          <a:ln>
            <a:noFill/>
          </a:ln>
        </p:spPr>
      </p:pic>
      <p:sp>
        <p:nvSpPr>
          <p:cNvPr id="84" name="Google Shape;84;p11"/>
          <p:cNvSpPr txBox="1"/>
          <p:nvPr>
            <p:ph type="title"/>
          </p:nvPr>
        </p:nvSpPr>
        <p:spPr>
          <a:xfrm>
            <a:off x="1139850" y="492000"/>
            <a:ext cx="69288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rgbClr val="12284C"/>
              </a:buClr>
              <a:buSzPts val="1800"/>
              <a:buNone/>
              <a:defRPr sz="1800">
                <a:solidFill>
                  <a:srgbClr val="12284C"/>
                </a:solidFill>
              </a:defRPr>
            </a:lvl2pPr>
            <a:lvl3pPr lvl="2" algn="l">
              <a:lnSpc>
                <a:spcPct val="100000"/>
              </a:lnSpc>
              <a:spcBef>
                <a:spcPts val="0"/>
              </a:spcBef>
              <a:spcAft>
                <a:spcPts val="0"/>
              </a:spcAft>
              <a:buClr>
                <a:srgbClr val="12284C"/>
              </a:buClr>
              <a:buSzPts val="1800"/>
              <a:buNone/>
              <a:defRPr sz="1800">
                <a:solidFill>
                  <a:srgbClr val="12284C"/>
                </a:solidFill>
              </a:defRPr>
            </a:lvl3pPr>
            <a:lvl4pPr lvl="3" algn="l">
              <a:lnSpc>
                <a:spcPct val="100000"/>
              </a:lnSpc>
              <a:spcBef>
                <a:spcPts val="0"/>
              </a:spcBef>
              <a:spcAft>
                <a:spcPts val="0"/>
              </a:spcAft>
              <a:buClr>
                <a:srgbClr val="12284C"/>
              </a:buClr>
              <a:buSzPts val="1800"/>
              <a:buNone/>
              <a:defRPr sz="1800">
                <a:solidFill>
                  <a:srgbClr val="12284C"/>
                </a:solidFill>
              </a:defRPr>
            </a:lvl4pPr>
            <a:lvl5pPr lvl="4" algn="l">
              <a:lnSpc>
                <a:spcPct val="100000"/>
              </a:lnSpc>
              <a:spcBef>
                <a:spcPts val="0"/>
              </a:spcBef>
              <a:spcAft>
                <a:spcPts val="0"/>
              </a:spcAft>
              <a:buClr>
                <a:srgbClr val="12284C"/>
              </a:buClr>
              <a:buSzPts val="1800"/>
              <a:buNone/>
              <a:defRPr sz="1800">
                <a:solidFill>
                  <a:srgbClr val="12284C"/>
                </a:solidFill>
              </a:defRPr>
            </a:lvl5pPr>
            <a:lvl6pPr lvl="5" algn="l">
              <a:lnSpc>
                <a:spcPct val="100000"/>
              </a:lnSpc>
              <a:spcBef>
                <a:spcPts val="0"/>
              </a:spcBef>
              <a:spcAft>
                <a:spcPts val="0"/>
              </a:spcAft>
              <a:buClr>
                <a:srgbClr val="12284C"/>
              </a:buClr>
              <a:buSzPts val="1800"/>
              <a:buNone/>
              <a:defRPr sz="1800">
                <a:solidFill>
                  <a:srgbClr val="12284C"/>
                </a:solidFill>
              </a:defRPr>
            </a:lvl6pPr>
            <a:lvl7pPr lvl="6" algn="l">
              <a:lnSpc>
                <a:spcPct val="100000"/>
              </a:lnSpc>
              <a:spcBef>
                <a:spcPts val="0"/>
              </a:spcBef>
              <a:spcAft>
                <a:spcPts val="0"/>
              </a:spcAft>
              <a:buClr>
                <a:srgbClr val="12284C"/>
              </a:buClr>
              <a:buSzPts val="1800"/>
              <a:buNone/>
              <a:defRPr sz="1800">
                <a:solidFill>
                  <a:srgbClr val="12284C"/>
                </a:solidFill>
              </a:defRPr>
            </a:lvl7pPr>
            <a:lvl8pPr lvl="7" algn="l">
              <a:lnSpc>
                <a:spcPct val="100000"/>
              </a:lnSpc>
              <a:spcBef>
                <a:spcPts val="0"/>
              </a:spcBef>
              <a:spcAft>
                <a:spcPts val="0"/>
              </a:spcAft>
              <a:buClr>
                <a:srgbClr val="12284C"/>
              </a:buClr>
              <a:buSzPts val="1800"/>
              <a:buNone/>
              <a:defRPr sz="1800">
                <a:solidFill>
                  <a:srgbClr val="12284C"/>
                </a:solidFill>
              </a:defRPr>
            </a:lvl8pPr>
            <a:lvl9pPr lvl="8" algn="l">
              <a:lnSpc>
                <a:spcPct val="100000"/>
              </a:lnSpc>
              <a:spcBef>
                <a:spcPts val="0"/>
              </a:spcBef>
              <a:spcAft>
                <a:spcPts val="0"/>
              </a:spcAft>
              <a:buClr>
                <a:srgbClr val="12284C"/>
              </a:buClr>
              <a:buSzPts val="1800"/>
              <a:buNone/>
              <a:defRPr sz="1800">
                <a:solidFill>
                  <a:srgbClr val="12284C"/>
                </a:solidFill>
              </a:defRPr>
            </a:lvl9pPr>
          </a:lstStyle>
          <a:p/>
        </p:txBody>
      </p:sp>
      <p:sp>
        <p:nvSpPr>
          <p:cNvPr id="85" name="Google Shape;85;p11"/>
          <p:cNvSpPr txBox="1"/>
          <p:nvPr>
            <p:ph idx="1" type="body"/>
          </p:nvPr>
        </p:nvSpPr>
        <p:spPr>
          <a:xfrm>
            <a:off x="1139850"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86" name="Google Shape;86;p11"/>
          <p:cNvSpPr txBox="1"/>
          <p:nvPr>
            <p:ph idx="4" type="body"/>
          </p:nvPr>
        </p:nvSpPr>
        <p:spPr>
          <a:xfrm>
            <a:off x="5100693"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p:cSld name="TITLE_AND_BODY_1_1_1_1_1">
    <p:bg>
      <p:bgPr>
        <a:blipFill>
          <a:blip r:embed="rId2">
            <a:alphaModFix/>
          </a:blip>
          <a:stretch>
            <a:fillRect/>
          </a:stretch>
        </a:blipFill>
      </p:bgPr>
    </p:bg>
    <p:spTree>
      <p:nvGrpSpPr>
        <p:cNvPr id="87" name="Shape 87"/>
        <p:cNvGrpSpPr/>
        <p:nvPr/>
      </p:nvGrpSpPr>
      <p:grpSpPr>
        <a:xfrm>
          <a:off x="0" y="0"/>
          <a:ext cx="0" cy="0"/>
          <a:chOff x="0" y="0"/>
          <a:chExt cx="0" cy="0"/>
        </a:xfrm>
      </p:grpSpPr>
      <p:sp>
        <p:nvSpPr>
          <p:cNvPr id="88" name="Google Shape;88;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89" name="Google Shape;89;p12"/>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0" name="Google Shape;90;p12"/>
          <p:cNvSpPr txBox="1"/>
          <p:nvPr>
            <p:ph idx="3"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1" name="Google Shape;91;p12"/>
          <p:cNvSpPr/>
          <p:nvPr/>
        </p:nvSpPr>
        <p:spPr>
          <a:xfrm>
            <a:off x="0" y="0"/>
            <a:ext cx="9144000" cy="49920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92" name="Google Shape;92;p12"/>
          <p:cNvPicPr preferRelativeResize="0"/>
          <p:nvPr/>
        </p:nvPicPr>
        <p:blipFill rotWithShape="1">
          <a:blip r:embed="rId3">
            <a:alphaModFix/>
          </a:blip>
          <a:srcRect b="0" l="0" r="0" t="0"/>
          <a:stretch/>
        </p:blipFill>
        <p:spPr>
          <a:xfrm>
            <a:off x="350563" y="296750"/>
            <a:ext cx="548700" cy="767945"/>
          </a:xfrm>
          <a:prstGeom prst="rect">
            <a:avLst/>
          </a:prstGeom>
          <a:noFill/>
          <a:ln>
            <a:noFill/>
          </a:ln>
        </p:spPr>
      </p:pic>
      <p:sp>
        <p:nvSpPr>
          <p:cNvPr id="93" name="Google Shape;93;p12"/>
          <p:cNvSpPr txBox="1"/>
          <p:nvPr>
            <p:ph type="title"/>
          </p:nvPr>
        </p:nvSpPr>
        <p:spPr>
          <a:xfrm>
            <a:off x="1139850" y="492000"/>
            <a:ext cx="69288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rgbClr val="12284C"/>
              </a:buClr>
              <a:buSzPts val="1800"/>
              <a:buNone/>
              <a:defRPr sz="1800">
                <a:solidFill>
                  <a:srgbClr val="12284C"/>
                </a:solidFill>
              </a:defRPr>
            </a:lvl2pPr>
            <a:lvl3pPr lvl="2" algn="l">
              <a:lnSpc>
                <a:spcPct val="100000"/>
              </a:lnSpc>
              <a:spcBef>
                <a:spcPts val="0"/>
              </a:spcBef>
              <a:spcAft>
                <a:spcPts val="0"/>
              </a:spcAft>
              <a:buClr>
                <a:srgbClr val="12284C"/>
              </a:buClr>
              <a:buSzPts val="1800"/>
              <a:buNone/>
              <a:defRPr sz="1800">
                <a:solidFill>
                  <a:srgbClr val="12284C"/>
                </a:solidFill>
              </a:defRPr>
            </a:lvl3pPr>
            <a:lvl4pPr lvl="3" algn="l">
              <a:lnSpc>
                <a:spcPct val="100000"/>
              </a:lnSpc>
              <a:spcBef>
                <a:spcPts val="0"/>
              </a:spcBef>
              <a:spcAft>
                <a:spcPts val="0"/>
              </a:spcAft>
              <a:buClr>
                <a:srgbClr val="12284C"/>
              </a:buClr>
              <a:buSzPts val="1800"/>
              <a:buNone/>
              <a:defRPr sz="1800">
                <a:solidFill>
                  <a:srgbClr val="12284C"/>
                </a:solidFill>
              </a:defRPr>
            </a:lvl4pPr>
            <a:lvl5pPr lvl="4" algn="l">
              <a:lnSpc>
                <a:spcPct val="100000"/>
              </a:lnSpc>
              <a:spcBef>
                <a:spcPts val="0"/>
              </a:spcBef>
              <a:spcAft>
                <a:spcPts val="0"/>
              </a:spcAft>
              <a:buClr>
                <a:srgbClr val="12284C"/>
              </a:buClr>
              <a:buSzPts val="1800"/>
              <a:buNone/>
              <a:defRPr sz="1800">
                <a:solidFill>
                  <a:srgbClr val="12284C"/>
                </a:solidFill>
              </a:defRPr>
            </a:lvl5pPr>
            <a:lvl6pPr lvl="5" algn="l">
              <a:lnSpc>
                <a:spcPct val="100000"/>
              </a:lnSpc>
              <a:spcBef>
                <a:spcPts val="0"/>
              </a:spcBef>
              <a:spcAft>
                <a:spcPts val="0"/>
              </a:spcAft>
              <a:buClr>
                <a:srgbClr val="12284C"/>
              </a:buClr>
              <a:buSzPts val="1800"/>
              <a:buNone/>
              <a:defRPr sz="1800">
                <a:solidFill>
                  <a:srgbClr val="12284C"/>
                </a:solidFill>
              </a:defRPr>
            </a:lvl6pPr>
            <a:lvl7pPr lvl="6" algn="l">
              <a:lnSpc>
                <a:spcPct val="100000"/>
              </a:lnSpc>
              <a:spcBef>
                <a:spcPts val="0"/>
              </a:spcBef>
              <a:spcAft>
                <a:spcPts val="0"/>
              </a:spcAft>
              <a:buClr>
                <a:srgbClr val="12284C"/>
              </a:buClr>
              <a:buSzPts val="1800"/>
              <a:buNone/>
              <a:defRPr sz="1800">
                <a:solidFill>
                  <a:srgbClr val="12284C"/>
                </a:solidFill>
              </a:defRPr>
            </a:lvl7pPr>
            <a:lvl8pPr lvl="7" algn="l">
              <a:lnSpc>
                <a:spcPct val="100000"/>
              </a:lnSpc>
              <a:spcBef>
                <a:spcPts val="0"/>
              </a:spcBef>
              <a:spcAft>
                <a:spcPts val="0"/>
              </a:spcAft>
              <a:buClr>
                <a:srgbClr val="12284C"/>
              </a:buClr>
              <a:buSzPts val="1800"/>
              <a:buNone/>
              <a:defRPr sz="1800">
                <a:solidFill>
                  <a:srgbClr val="12284C"/>
                </a:solidFill>
              </a:defRPr>
            </a:lvl8pPr>
            <a:lvl9pPr lvl="8" algn="l">
              <a:lnSpc>
                <a:spcPct val="100000"/>
              </a:lnSpc>
              <a:spcBef>
                <a:spcPts val="0"/>
              </a:spcBef>
              <a:spcAft>
                <a:spcPts val="0"/>
              </a:spcAft>
              <a:buClr>
                <a:srgbClr val="12284C"/>
              </a:buClr>
              <a:buSzPts val="1800"/>
              <a:buNone/>
              <a:defRPr sz="1800">
                <a:solidFill>
                  <a:srgbClr val="12284C"/>
                </a:solidFill>
              </a:defRPr>
            </a:lvl9pPr>
          </a:lstStyle>
          <a:p/>
        </p:txBody>
      </p:sp>
      <p:sp>
        <p:nvSpPr>
          <p:cNvPr id="94" name="Google Shape;94;p12"/>
          <p:cNvSpPr txBox="1"/>
          <p:nvPr>
            <p:ph idx="1" type="body"/>
          </p:nvPr>
        </p:nvSpPr>
        <p:spPr>
          <a:xfrm>
            <a:off x="1139850"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95" name="Google Shape;95;p12"/>
          <p:cNvSpPr txBox="1"/>
          <p:nvPr>
            <p:ph idx="4" type="body"/>
          </p:nvPr>
        </p:nvSpPr>
        <p:spPr>
          <a:xfrm>
            <a:off x="5100693"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1">
  <p:cSld name="TITLE_AND_BODY_1_1_1_1_1_2">
    <p:bg>
      <p:bgPr>
        <a:blipFill>
          <a:blip r:embed="rId2">
            <a:alphaModFix/>
          </a:blip>
          <a:stretch>
            <a:fillRect/>
          </a:stretch>
        </a:blipFill>
      </p:bgPr>
    </p:bg>
    <p:spTree>
      <p:nvGrpSpPr>
        <p:cNvPr id="96" name="Shape 96"/>
        <p:cNvGrpSpPr/>
        <p:nvPr/>
      </p:nvGrpSpPr>
      <p:grpSpPr>
        <a:xfrm>
          <a:off x="0" y="0"/>
          <a:ext cx="0" cy="0"/>
          <a:chOff x="0" y="0"/>
          <a:chExt cx="0" cy="0"/>
        </a:xfrm>
      </p:grpSpPr>
      <p:sp>
        <p:nvSpPr>
          <p:cNvPr id="97" name="Google Shape;9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8" name="Google Shape;98;p13"/>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99" name="Google Shape;99;p13"/>
          <p:cNvSpPr txBox="1"/>
          <p:nvPr>
            <p:ph idx="3"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0" name="Google Shape;100;p13"/>
          <p:cNvPicPr preferRelativeResize="0"/>
          <p:nvPr/>
        </p:nvPicPr>
        <p:blipFill rotWithShape="1">
          <a:blip r:embed="rId3">
            <a:alphaModFix/>
          </a:blip>
          <a:srcRect b="0" l="0" r="0" t="0"/>
          <a:stretch/>
        </p:blipFill>
        <p:spPr>
          <a:xfrm>
            <a:off x="350563" y="296750"/>
            <a:ext cx="548700" cy="767945"/>
          </a:xfrm>
          <a:prstGeom prst="rect">
            <a:avLst/>
          </a:prstGeom>
          <a:noFill/>
          <a:ln>
            <a:noFill/>
          </a:ln>
        </p:spPr>
      </p:pic>
      <p:sp>
        <p:nvSpPr>
          <p:cNvPr id="101" name="Google Shape;101;p13"/>
          <p:cNvSpPr txBox="1"/>
          <p:nvPr>
            <p:ph type="title"/>
          </p:nvPr>
        </p:nvSpPr>
        <p:spPr>
          <a:xfrm>
            <a:off x="1139850" y="492000"/>
            <a:ext cx="69288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rgbClr val="12284C"/>
              </a:buClr>
              <a:buSzPts val="1800"/>
              <a:buNone/>
              <a:defRPr sz="1800">
                <a:solidFill>
                  <a:srgbClr val="12284C"/>
                </a:solidFill>
              </a:defRPr>
            </a:lvl2pPr>
            <a:lvl3pPr lvl="2" algn="l">
              <a:lnSpc>
                <a:spcPct val="100000"/>
              </a:lnSpc>
              <a:spcBef>
                <a:spcPts val="0"/>
              </a:spcBef>
              <a:spcAft>
                <a:spcPts val="0"/>
              </a:spcAft>
              <a:buClr>
                <a:srgbClr val="12284C"/>
              </a:buClr>
              <a:buSzPts val="1800"/>
              <a:buNone/>
              <a:defRPr sz="1800">
                <a:solidFill>
                  <a:srgbClr val="12284C"/>
                </a:solidFill>
              </a:defRPr>
            </a:lvl3pPr>
            <a:lvl4pPr lvl="3" algn="l">
              <a:lnSpc>
                <a:spcPct val="100000"/>
              </a:lnSpc>
              <a:spcBef>
                <a:spcPts val="0"/>
              </a:spcBef>
              <a:spcAft>
                <a:spcPts val="0"/>
              </a:spcAft>
              <a:buClr>
                <a:srgbClr val="12284C"/>
              </a:buClr>
              <a:buSzPts val="1800"/>
              <a:buNone/>
              <a:defRPr sz="1800">
                <a:solidFill>
                  <a:srgbClr val="12284C"/>
                </a:solidFill>
              </a:defRPr>
            </a:lvl4pPr>
            <a:lvl5pPr lvl="4" algn="l">
              <a:lnSpc>
                <a:spcPct val="100000"/>
              </a:lnSpc>
              <a:spcBef>
                <a:spcPts val="0"/>
              </a:spcBef>
              <a:spcAft>
                <a:spcPts val="0"/>
              </a:spcAft>
              <a:buClr>
                <a:srgbClr val="12284C"/>
              </a:buClr>
              <a:buSzPts val="1800"/>
              <a:buNone/>
              <a:defRPr sz="1800">
                <a:solidFill>
                  <a:srgbClr val="12284C"/>
                </a:solidFill>
              </a:defRPr>
            </a:lvl5pPr>
            <a:lvl6pPr lvl="5" algn="l">
              <a:lnSpc>
                <a:spcPct val="100000"/>
              </a:lnSpc>
              <a:spcBef>
                <a:spcPts val="0"/>
              </a:spcBef>
              <a:spcAft>
                <a:spcPts val="0"/>
              </a:spcAft>
              <a:buClr>
                <a:srgbClr val="12284C"/>
              </a:buClr>
              <a:buSzPts val="1800"/>
              <a:buNone/>
              <a:defRPr sz="1800">
                <a:solidFill>
                  <a:srgbClr val="12284C"/>
                </a:solidFill>
              </a:defRPr>
            </a:lvl6pPr>
            <a:lvl7pPr lvl="6" algn="l">
              <a:lnSpc>
                <a:spcPct val="100000"/>
              </a:lnSpc>
              <a:spcBef>
                <a:spcPts val="0"/>
              </a:spcBef>
              <a:spcAft>
                <a:spcPts val="0"/>
              </a:spcAft>
              <a:buClr>
                <a:srgbClr val="12284C"/>
              </a:buClr>
              <a:buSzPts val="1800"/>
              <a:buNone/>
              <a:defRPr sz="1800">
                <a:solidFill>
                  <a:srgbClr val="12284C"/>
                </a:solidFill>
              </a:defRPr>
            </a:lvl7pPr>
            <a:lvl8pPr lvl="7" algn="l">
              <a:lnSpc>
                <a:spcPct val="100000"/>
              </a:lnSpc>
              <a:spcBef>
                <a:spcPts val="0"/>
              </a:spcBef>
              <a:spcAft>
                <a:spcPts val="0"/>
              </a:spcAft>
              <a:buClr>
                <a:srgbClr val="12284C"/>
              </a:buClr>
              <a:buSzPts val="1800"/>
              <a:buNone/>
              <a:defRPr sz="1800">
                <a:solidFill>
                  <a:srgbClr val="12284C"/>
                </a:solidFill>
              </a:defRPr>
            </a:lvl8pPr>
            <a:lvl9pPr lvl="8" algn="l">
              <a:lnSpc>
                <a:spcPct val="100000"/>
              </a:lnSpc>
              <a:spcBef>
                <a:spcPts val="0"/>
              </a:spcBef>
              <a:spcAft>
                <a:spcPts val="0"/>
              </a:spcAft>
              <a:buClr>
                <a:srgbClr val="12284C"/>
              </a:buClr>
              <a:buSzPts val="1800"/>
              <a:buNone/>
              <a:defRPr sz="1800">
                <a:solidFill>
                  <a:srgbClr val="12284C"/>
                </a:solidFill>
              </a:defRPr>
            </a:lvl9pPr>
          </a:lstStyle>
          <a:p/>
        </p:txBody>
      </p:sp>
      <p:sp>
        <p:nvSpPr>
          <p:cNvPr id="102" name="Google Shape;102;p13"/>
          <p:cNvSpPr txBox="1"/>
          <p:nvPr>
            <p:ph idx="1" type="body"/>
          </p:nvPr>
        </p:nvSpPr>
        <p:spPr>
          <a:xfrm>
            <a:off x="1139850"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103" name="Google Shape;103;p13"/>
          <p:cNvSpPr txBox="1"/>
          <p:nvPr>
            <p:ph idx="4" type="body"/>
          </p:nvPr>
        </p:nvSpPr>
        <p:spPr>
          <a:xfrm>
            <a:off x="5100693"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body - 2 Column (Stronger) 1 1">
  <p:cSld name="TITLE_AND_BODY_1_1_1_1_1_2_1">
    <p:bg>
      <p:bgPr>
        <a:blipFill>
          <a:blip r:embed="rId2">
            <a:alphaModFix/>
          </a:blip>
          <a:stretch>
            <a:fillRect/>
          </a:stretch>
        </a:blipFill>
      </p:bgPr>
    </p:bg>
    <p:spTree>
      <p:nvGrpSpPr>
        <p:cNvPr id="104" name="Shape 104"/>
        <p:cNvGrpSpPr/>
        <p:nvPr/>
      </p:nvGrpSpPr>
      <p:grpSpPr>
        <a:xfrm>
          <a:off x="0" y="0"/>
          <a:ext cx="0" cy="0"/>
          <a:chOff x="0" y="0"/>
          <a:chExt cx="0" cy="0"/>
        </a:xfrm>
      </p:grpSpPr>
      <p:sp>
        <p:nvSpPr>
          <p:cNvPr id="105" name="Google Shape;10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6" name="Google Shape;106;p14"/>
          <p:cNvSpPr txBox="1"/>
          <p:nvPr>
            <p:ph idx="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
        <p:nvSpPr>
          <p:cNvPr id="107" name="Google Shape;107;p14"/>
          <p:cNvSpPr txBox="1"/>
          <p:nvPr>
            <p:ph idx="3"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08" name="Google Shape;108;p14"/>
          <p:cNvPicPr preferRelativeResize="0"/>
          <p:nvPr/>
        </p:nvPicPr>
        <p:blipFill rotWithShape="1">
          <a:blip r:embed="rId3">
            <a:alphaModFix/>
          </a:blip>
          <a:srcRect b="0" l="0" r="0" t="0"/>
          <a:stretch/>
        </p:blipFill>
        <p:spPr>
          <a:xfrm>
            <a:off x="350563" y="296750"/>
            <a:ext cx="548700" cy="767945"/>
          </a:xfrm>
          <a:prstGeom prst="rect">
            <a:avLst/>
          </a:prstGeom>
          <a:noFill/>
          <a:ln>
            <a:noFill/>
          </a:ln>
        </p:spPr>
      </p:pic>
      <p:sp>
        <p:nvSpPr>
          <p:cNvPr id="109" name="Google Shape;109;p14"/>
          <p:cNvSpPr txBox="1"/>
          <p:nvPr>
            <p:ph type="title"/>
          </p:nvPr>
        </p:nvSpPr>
        <p:spPr>
          <a:xfrm>
            <a:off x="1139850" y="492000"/>
            <a:ext cx="69288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000"/>
              <a:buNone/>
              <a:defRPr sz="2000"/>
            </a:lvl1pPr>
            <a:lvl2pPr lvl="1" algn="l">
              <a:lnSpc>
                <a:spcPct val="100000"/>
              </a:lnSpc>
              <a:spcBef>
                <a:spcPts val="0"/>
              </a:spcBef>
              <a:spcAft>
                <a:spcPts val="0"/>
              </a:spcAft>
              <a:buClr>
                <a:srgbClr val="12284C"/>
              </a:buClr>
              <a:buSzPts val="1800"/>
              <a:buNone/>
              <a:defRPr sz="1800">
                <a:solidFill>
                  <a:srgbClr val="12284C"/>
                </a:solidFill>
              </a:defRPr>
            </a:lvl2pPr>
            <a:lvl3pPr lvl="2" algn="l">
              <a:lnSpc>
                <a:spcPct val="100000"/>
              </a:lnSpc>
              <a:spcBef>
                <a:spcPts val="0"/>
              </a:spcBef>
              <a:spcAft>
                <a:spcPts val="0"/>
              </a:spcAft>
              <a:buClr>
                <a:srgbClr val="12284C"/>
              </a:buClr>
              <a:buSzPts val="1800"/>
              <a:buNone/>
              <a:defRPr sz="1800">
                <a:solidFill>
                  <a:srgbClr val="12284C"/>
                </a:solidFill>
              </a:defRPr>
            </a:lvl3pPr>
            <a:lvl4pPr lvl="3" algn="l">
              <a:lnSpc>
                <a:spcPct val="100000"/>
              </a:lnSpc>
              <a:spcBef>
                <a:spcPts val="0"/>
              </a:spcBef>
              <a:spcAft>
                <a:spcPts val="0"/>
              </a:spcAft>
              <a:buClr>
                <a:srgbClr val="12284C"/>
              </a:buClr>
              <a:buSzPts val="1800"/>
              <a:buNone/>
              <a:defRPr sz="1800">
                <a:solidFill>
                  <a:srgbClr val="12284C"/>
                </a:solidFill>
              </a:defRPr>
            </a:lvl4pPr>
            <a:lvl5pPr lvl="4" algn="l">
              <a:lnSpc>
                <a:spcPct val="100000"/>
              </a:lnSpc>
              <a:spcBef>
                <a:spcPts val="0"/>
              </a:spcBef>
              <a:spcAft>
                <a:spcPts val="0"/>
              </a:spcAft>
              <a:buClr>
                <a:srgbClr val="12284C"/>
              </a:buClr>
              <a:buSzPts val="1800"/>
              <a:buNone/>
              <a:defRPr sz="1800">
                <a:solidFill>
                  <a:srgbClr val="12284C"/>
                </a:solidFill>
              </a:defRPr>
            </a:lvl5pPr>
            <a:lvl6pPr lvl="5" algn="l">
              <a:lnSpc>
                <a:spcPct val="100000"/>
              </a:lnSpc>
              <a:spcBef>
                <a:spcPts val="0"/>
              </a:spcBef>
              <a:spcAft>
                <a:spcPts val="0"/>
              </a:spcAft>
              <a:buClr>
                <a:srgbClr val="12284C"/>
              </a:buClr>
              <a:buSzPts val="1800"/>
              <a:buNone/>
              <a:defRPr sz="1800">
                <a:solidFill>
                  <a:srgbClr val="12284C"/>
                </a:solidFill>
              </a:defRPr>
            </a:lvl6pPr>
            <a:lvl7pPr lvl="6" algn="l">
              <a:lnSpc>
                <a:spcPct val="100000"/>
              </a:lnSpc>
              <a:spcBef>
                <a:spcPts val="0"/>
              </a:spcBef>
              <a:spcAft>
                <a:spcPts val="0"/>
              </a:spcAft>
              <a:buClr>
                <a:srgbClr val="12284C"/>
              </a:buClr>
              <a:buSzPts val="1800"/>
              <a:buNone/>
              <a:defRPr sz="1800">
                <a:solidFill>
                  <a:srgbClr val="12284C"/>
                </a:solidFill>
              </a:defRPr>
            </a:lvl7pPr>
            <a:lvl8pPr lvl="7" algn="l">
              <a:lnSpc>
                <a:spcPct val="100000"/>
              </a:lnSpc>
              <a:spcBef>
                <a:spcPts val="0"/>
              </a:spcBef>
              <a:spcAft>
                <a:spcPts val="0"/>
              </a:spcAft>
              <a:buClr>
                <a:srgbClr val="12284C"/>
              </a:buClr>
              <a:buSzPts val="1800"/>
              <a:buNone/>
              <a:defRPr sz="1800">
                <a:solidFill>
                  <a:srgbClr val="12284C"/>
                </a:solidFill>
              </a:defRPr>
            </a:lvl8pPr>
            <a:lvl9pPr lvl="8" algn="l">
              <a:lnSpc>
                <a:spcPct val="100000"/>
              </a:lnSpc>
              <a:spcBef>
                <a:spcPts val="0"/>
              </a:spcBef>
              <a:spcAft>
                <a:spcPts val="0"/>
              </a:spcAft>
              <a:buClr>
                <a:srgbClr val="12284C"/>
              </a:buClr>
              <a:buSzPts val="1800"/>
              <a:buNone/>
              <a:defRPr sz="1800">
                <a:solidFill>
                  <a:srgbClr val="12284C"/>
                </a:solidFill>
              </a:defRPr>
            </a:lvl9pPr>
          </a:lstStyle>
          <a:p/>
        </p:txBody>
      </p:sp>
      <p:sp>
        <p:nvSpPr>
          <p:cNvPr id="110" name="Google Shape;110;p14"/>
          <p:cNvSpPr txBox="1"/>
          <p:nvPr>
            <p:ph idx="1" type="body"/>
          </p:nvPr>
        </p:nvSpPr>
        <p:spPr>
          <a:xfrm>
            <a:off x="1139850"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
        <p:nvSpPr>
          <p:cNvPr id="111" name="Google Shape;111;p14"/>
          <p:cNvSpPr txBox="1"/>
          <p:nvPr>
            <p:ph idx="4" type="body"/>
          </p:nvPr>
        </p:nvSpPr>
        <p:spPr>
          <a:xfrm>
            <a:off x="5100693" y="1064700"/>
            <a:ext cx="3633300" cy="3073200"/>
          </a:xfrm>
          <a:prstGeom prst="rect">
            <a:avLst/>
          </a:prstGeom>
          <a:noFill/>
          <a:ln>
            <a:noFill/>
          </a:ln>
        </p:spPr>
        <p:txBody>
          <a:bodyPr anchorCtr="0" anchor="t" bIns="91425" lIns="91425" spcFirstLastPara="1" rIns="91425" wrap="square" tIns="91425">
            <a:normAutofit/>
          </a:bodyPr>
          <a:lstStyle>
            <a:lvl1pPr indent="-323850" lvl="0" marL="457200" algn="l">
              <a:lnSpc>
                <a:spcPct val="115000"/>
              </a:lnSpc>
              <a:spcBef>
                <a:spcPts val="0"/>
              </a:spcBef>
              <a:spcAft>
                <a:spcPts val="0"/>
              </a:spcAft>
              <a:buSzPts val="1500"/>
              <a:buChar char="●"/>
              <a:defRPr sz="1500"/>
            </a:lvl1pPr>
            <a:lvl2pPr indent="-298450" lvl="1" marL="914400" algn="l">
              <a:lnSpc>
                <a:spcPct val="115000"/>
              </a:lnSpc>
              <a:spcBef>
                <a:spcPts val="0"/>
              </a:spcBef>
              <a:spcAft>
                <a:spcPts val="0"/>
              </a:spcAft>
              <a:buSzPts val="1100"/>
              <a:buChar char="○"/>
              <a:defRPr sz="1100"/>
            </a:lvl2pPr>
            <a:lvl3pPr indent="-298450" lvl="2" marL="1371600" algn="l">
              <a:lnSpc>
                <a:spcPct val="115000"/>
              </a:lnSpc>
              <a:spcBef>
                <a:spcPts val="0"/>
              </a:spcBef>
              <a:spcAft>
                <a:spcPts val="0"/>
              </a:spcAft>
              <a:buSzPts val="1100"/>
              <a:buChar char="■"/>
              <a:defRPr sz="1100"/>
            </a:lvl3pPr>
            <a:lvl4pPr indent="-298450" lvl="3" marL="1828800" algn="l">
              <a:lnSpc>
                <a:spcPct val="115000"/>
              </a:lnSpc>
              <a:spcBef>
                <a:spcPts val="0"/>
              </a:spcBef>
              <a:spcAft>
                <a:spcPts val="0"/>
              </a:spcAft>
              <a:buSzPts val="1100"/>
              <a:buChar char="●"/>
              <a:defRPr sz="1100"/>
            </a:lvl4pPr>
            <a:lvl5pPr indent="-298450" lvl="4" marL="2286000" algn="l">
              <a:lnSpc>
                <a:spcPct val="115000"/>
              </a:lnSpc>
              <a:spcBef>
                <a:spcPts val="0"/>
              </a:spcBef>
              <a:spcAft>
                <a:spcPts val="0"/>
              </a:spcAft>
              <a:buSzPts val="1100"/>
              <a:buChar char="○"/>
              <a:defRPr sz="1100"/>
            </a:lvl5pPr>
            <a:lvl6pPr indent="-298450" lvl="5" marL="2743200" algn="l">
              <a:lnSpc>
                <a:spcPct val="115000"/>
              </a:lnSpc>
              <a:spcBef>
                <a:spcPts val="0"/>
              </a:spcBef>
              <a:spcAft>
                <a:spcPts val="0"/>
              </a:spcAft>
              <a:buSzPts val="1100"/>
              <a:buChar char="■"/>
              <a:defRPr sz="1100"/>
            </a:lvl6pPr>
            <a:lvl7pPr indent="-298450" lvl="6" marL="3200400" algn="l">
              <a:lnSpc>
                <a:spcPct val="115000"/>
              </a:lnSpc>
              <a:spcBef>
                <a:spcPts val="0"/>
              </a:spcBef>
              <a:spcAft>
                <a:spcPts val="0"/>
              </a:spcAft>
              <a:buSzPts val="1100"/>
              <a:buChar char="●"/>
              <a:defRPr sz="1100"/>
            </a:lvl7pPr>
            <a:lvl8pPr indent="-298450" lvl="7" marL="3657600" algn="l">
              <a:lnSpc>
                <a:spcPct val="115000"/>
              </a:lnSpc>
              <a:spcBef>
                <a:spcPts val="0"/>
              </a:spcBef>
              <a:spcAft>
                <a:spcPts val="0"/>
              </a:spcAft>
              <a:buSzPts val="1100"/>
              <a:buChar char="○"/>
              <a:defRPr sz="1100"/>
            </a:lvl8pPr>
            <a:lvl9pPr indent="-298450" lvl="8" marL="4114800" algn="l">
              <a:lnSpc>
                <a:spcPct val="115000"/>
              </a:lnSpc>
              <a:spcBef>
                <a:spcPts val="0"/>
              </a:spcBef>
              <a:spcAft>
                <a:spcPts val="0"/>
              </a:spcAft>
              <a:buSzPts val="1100"/>
              <a:buChar char="■"/>
              <a:defRPr sz="11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Blue">
  <p:cSld name="TITLE_AND_BODY_1_1_1_1_1_1">
    <p:bg>
      <p:bgPr>
        <a:blipFill>
          <a:blip r:embed="rId2">
            <a:alphaModFix/>
          </a:blip>
          <a:stretch>
            <a:fillRect/>
          </a:stretch>
        </a:blipFill>
      </p:bgPr>
    </p:bg>
    <p:spTree>
      <p:nvGrpSpPr>
        <p:cNvPr id="112" name="Shape 112"/>
        <p:cNvGrpSpPr/>
        <p:nvPr/>
      </p:nvGrpSpPr>
      <p:grpSpPr>
        <a:xfrm>
          <a:off x="0" y="0"/>
          <a:ext cx="0" cy="0"/>
          <a:chOff x="0" y="0"/>
          <a:chExt cx="0" cy="0"/>
        </a:xfrm>
      </p:grpSpPr>
      <p:sp>
        <p:nvSpPr>
          <p:cNvPr id="113" name="Google Shape;113;p15"/>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14" name="Google Shape;114;p15"/>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15" name="Google Shape;115;p15"/>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116" name="Google Shape;116;p15"/>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117" name="Google Shape;117;p15"/>
          <p:cNvSpPr txBox="1"/>
          <p:nvPr>
            <p:ph idx="1" type="body"/>
          </p:nvPr>
        </p:nvSpPr>
        <p:spPr>
          <a:xfrm>
            <a:off x="1341400"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18" name="Google Shape;118;p15"/>
          <p:cNvSpPr/>
          <p:nvPr>
            <p:ph idx="2" type="pic"/>
          </p:nvPr>
        </p:nvSpPr>
        <p:spPr>
          <a:xfrm>
            <a:off x="1341425" y="556075"/>
            <a:ext cx="2196900" cy="2416200"/>
          </a:xfrm>
          <a:prstGeom prst="rect">
            <a:avLst/>
          </a:prstGeom>
          <a:noFill/>
          <a:ln>
            <a:noFill/>
          </a:ln>
        </p:spPr>
      </p:sp>
      <p:sp>
        <p:nvSpPr>
          <p:cNvPr id="119" name="Google Shape;119;p15"/>
          <p:cNvSpPr txBox="1"/>
          <p:nvPr>
            <p:ph idx="3" type="subTitle"/>
          </p:nvPr>
        </p:nvSpPr>
        <p:spPr>
          <a:xfrm>
            <a:off x="1341225"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20" name="Google Shape;120;p15"/>
          <p:cNvSpPr txBox="1"/>
          <p:nvPr>
            <p:ph idx="4" type="body"/>
          </p:nvPr>
        </p:nvSpPr>
        <p:spPr>
          <a:xfrm>
            <a:off x="3943789"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21" name="Google Shape;121;p15"/>
          <p:cNvSpPr/>
          <p:nvPr>
            <p:ph idx="5" type="pic"/>
          </p:nvPr>
        </p:nvSpPr>
        <p:spPr>
          <a:xfrm>
            <a:off x="3943804" y="556075"/>
            <a:ext cx="2196900" cy="2416200"/>
          </a:xfrm>
          <a:prstGeom prst="rect">
            <a:avLst/>
          </a:prstGeom>
          <a:noFill/>
          <a:ln>
            <a:noFill/>
          </a:ln>
        </p:spPr>
      </p:sp>
      <p:sp>
        <p:nvSpPr>
          <p:cNvPr id="122" name="Google Shape;122;p15"/>
          <p:cNvSpPr txBox="1"/>
          <p:nvPr>
            <p:ph idx="6" type="subTitle"/>
          </p:nvPr>
        </p:nvSpPr>
        <p:spPr>
          <a:xfrm>
            <a:off x="3943609"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23" name="Google Shape;123;p15"/>
          <p:cNvSpPr txBox="1"/>
          <p:nvPr>
            <p:ph idx="7" type="body"/>
          </p:nvPr>
        </p:nvSpPr>
        <p:spPr>
          <a:xfrm>
            <a:off x="6487599" y="3338340"/>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24" name="Google Shape;124;p15"/>
          <p:cNvSpPr/>
          <p:nvPr>
            <p:ph idx="8" type="pic"/>
          </p:nvPr>
        </p:nvSpPr>
        <p:spPr>
          <a:xfrm>
            <a:off x="6487604" y="556095"/>
            <a:ext cx="2196900" cy="2416200"/>
          </a:xfrm>
          <a:prstGeom prst="rect">
            <a:avLst/>
          </a:prstGeom>
          <a:noFill/>
          <a:ln>
            <a:noFill/>
          </a:ln>
        </p:spPr>
      </p:sp>
      <p:sp>
        <p:nvSpPr>
          <p:cNvPr id="125" name="Google Shape;125;p15"/>
          <p:cNvSpPr txBox="1"/>
          <p:nvPr>
            <p:ph idx="9" type="subTitle"/>
          </p:nvPr>
        </p:nvSpPr>
        <p:spPr>
          <a:xfrm>
            <a:off x="6487415" y="3002421"/>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pic>
        <p:nvPicPr>
          <p:cNvPr id="126" name="Google Shape;126;p15"/>
          <p:cNvPicPr preferRelativeResize="0"/>
          <p:nvPr/>
        </p:nvPicPr>
        <p:blipFill rotWithShape="1">
          <a:blip r:embed="rId4">
            <a:alphaModFix/>
          </a:blip>
          <a:srcRect b="0" l="0" r="0" t="0"/>
          <a:stretch/>
        </p:blipFill>
        <p:spPr>
          <a:xfrm>
            <a:off x="325504" y="556102"/>
            <a:ext cx="705144" cy="98694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Green">
  <p:cSld name="TITLE_AND_BODY_1_1_1_1_1_1_1">
    <p:bg>
      <p:bgPr>
        <a:blipFill>
          <a:blip r:embed="rId2">
            <a:alphaModFix/>
          </a:blip>
          <a:stretch>
            <a:fillRect/>
          </a:stretch>
        </a:blipFill>
      </p:bgPr>
    </p:bg>
    <p:spTree>
      <p:nvGrpSpPr>
        <p:cNvPr id="127" name="Shape 127"/>
        <p:cNvGrpSpPr/>
        <p:nvPr/>
      </p:nvGrpSpPr>
      <p:grpSpPr>
        <a:xfrm>
          <a:off x="0" y="0"/>
          <a:ext cx="0" cy="0"/>
          <a:chOff x="0" y="0"/>
          <a:chExt cx="0" cy="0"/>
        </a:xfrm>
      </p:grpSpPr>
      <p:sp>
        <p:nvSpPr>
          <p:cNvPr id="128" name="Google Shape;128;p16"/>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29" name="Google Shape;129;p16"/>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30" name="Google Shape;130;p16"/>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131" name="Google Shape;131;p16"/>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132" name="Google Shape;132;p16"/>
          <p:cNvSpPr txBox="1"/>
          <p:nvPr>
            <p:ph idx="1" type="body"/>
          </p:nvPr>
        </p:nvSpPr>
        <p:spPr>
          <a:xfrm>
            <a:off x="1341400"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33" name="Google Shape;133;p16"/>
          <p:cNvSpPr/>
          <p:nvPr>
            <p:ph idx="2" type="pic"/>
          </p:nvPr>
        </p:nvSpPr>
        <p:spPr>
          <a:xfrm>
            <a:off x="1341425" y="556075"/>
            <a:ext cx="2196900" cy="2416200"/>
          </a:xfrm>
          <a:prstGeom prst="rect">
            <a:avLst/>
          </a:prstGeom>
          <a:noFill/>
          <a:ln>
            <a:noFill/>
          </a:ln>
        </p:spPr>
      </p:sp>
      <p:sp>
        <p:nvSpPr>
          <p:cNvPr id="134" name="Google Shape;134;p16"/>
          <p:cNvSpPr txBox="1"/>
          <p:nvPr>
            <p:ph idx="3" type="subTitle"/>
          </p:nvPr>
        </p:nvSpPr>
        <p:spPr>
          <a:xfrm>
            <a:off x="1341225"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35" name="Google Shape;135;p16"/>
          <p:cNvSpPr txBox="1"/>
          <p:nvPr>
            <p:ph idx="4" type="body"/>
          </p:nvPr>
        </p:nvSpPr>
        <p:spPr>
          <a:xfrm>
            <a:off x="3943789"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36" name="Google Shape;136;p16"/>
          <p:cNvSpPr/>
          <p:nvPr>
            <p:ph idx="5" type="pic"/>
          </p:nvPr>
        </p:nvSpPr>
        <p:spPr>
          <a:xfrm>
            <a:off x="3943804" y="556075"/>
            <a:ext cx="2196900" cy="2416200"/>
          </a:xfrm>
          <a:prstGeom prst="rect">
            <a:avLst/>
          </a:prstGeom>
          <a:noFill/>
          <a:ln>
            <a:noFill/>
          </a:ln>
        </p:spPr>
      </p:sp>
      <p:sp>
        <p:nvSpPr>
          <p:cNvPr id="137" name="Google Shape;137;p16"/>
          <p:cNvSpPr txBox="1"/>
          <p:nvPr>
            <p:ph idx="6" type="subTitle"/>
          </p:nvPr>
        </p:nvSpPr>
        <p:spPr>
          <a:xfrm>
            <a:off x="3943609"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38" name="Google Shape;138;p16"/>
          <p:cNvSpPr txBox="1"/>
          <p:nvPr>
            <p:ph idx="7" type="body"/>
          </p:nvPr>
        </p:nvSpPr>
        <p:spPr>
          <a:xfrm>
            <a:off x="6487599" y="3338340"/>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39" name="Google Shape;139;p16"/>
          <p:cNvSpPr/>
          <p:nvPr>
            <p:ph idx="8" type="pic"/>
          </p:nvPr>
        </p:nvSpPr>
        <p:spPr>
          <a:xfrm>
            <a:off x="6487604" y="556095"/>
            <a:ext cx="2196900" cy="2416200"/>
          </a:xfrm>
          <a:prstGeom prst="rect">
            <a:avLst/>
          </a:prstGeom>
          <a:noFill/>
          <a:ln>
            <a:noFill/>
          </a:ln>
        </p:spPr>
      </p:sp>
      <p:sp>
        <p:nvSpPr>
          <p:cNvPr id="140" name="Google Shape;140;p16"/>
          <p:cNvSpPr txBox="1"/>
          <p:nvPr>
            <p:ph idx="9" type="subTitle"/>
          </p:nvPr>
        </p:nvSpPr>
        <p:spPr>
          <a:xfrm>
            <a:off x="6487415" y="3002421"/>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pic>
        <p:nvPicPr>
          <p:cNvPr id="141" name="Google Shape;141;p16"/>
          <p:cNvPicPr preferRelativeResize="0"/>
          <p:nvPr/>
        </p:nvPicPr>
        <p:blipFill rotWithShape="1">
          <a:blip r:embed="rId4">
            <a:alphaModFix/>
          </a:blip>
          <a:srcRect b="0" l="0" r="0" t="0"/>
          <a:stretch/>
        </p:blipFill>
        <p:spPr>
          <a:xfrm>
            <a:off x="325504" y="556102"/>
            <a:ext cx="705144" cy="98694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cards - Red">
  <p:cSld name="TITLE_AND_BODY_1_1_1_1_1_1_1_1">
    <p:bg>
      <p:bgPr>
        <a:blipFill>
          <a:blip r:embed="rId2">
            <a:alphaModFix/>
          </a:blip>
          <a:stretch>
            <a:fillRect/>
          </a:stretch>
        </a:blipFill>
      </p:bgPr>
    </p:bg>
    <p:spTree>
      <p:nvGrpSpPr>
        <p:cNvPr id="142" name="Shape 142"/>
        <p:cNvGrpSpPr/>
        <p:nvPr/>
      </p:nvGrpSpPr>
      <p:grpSpPr>
        <a:xfrm>
          <a:off x="0" y="0"/>
          <a:ext cx="0" cy="0"/>
          <a:chOff x="0" y="0"/>
          <a:chExt cx="0" cy="0"/>
        </a:xfrm>
      </p:grpSpPr>
      <p:sp>
        <p:nvSpPr>
          <p:cNvPr id="143" name="Google Shape;143;p17"/>
          <p:cNvSpPr/>
          <p:nvPr/>
        </p:nvSpPr>
        <p:spPr>
          <a:xfrm>
            <a:off x="50" y="1758275"/>
            <a:ext cx="9144000" cy="33852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44" name="Google Shape;144;p17"/>
          <p:cNvSpPr/>
          <p:nvPr/>
        </p:nvSpPr>
        <p:spPr>
          <a:xfrm>
            <a:off x="2499625" y="0"/>
            <a:ext cx="6812700" cy="35628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sp>
        <p:nvSpPr>
          <p:cNvPr id="145" name="Google Shape;145;p17"/>
          <p:cNvSpPr/>
          <p:nvPr/>
        </p:nvSpPr>
        <p:spPr>
          <a:xfrm>
            <a:off x="50" y="1437250"/>
            <a:ext cx="9312300" cy="39546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Montserrat"/>
              <a:ea typeface="Montserrat"/>
              <a:cs typeface="Montserrat"/>
              <a:sym typeface="Montserrat"/>
            </a:endParaRPr>
          </a:p>
        </p:txBody>
      </p:sp>
      <p:pic>
        <p:nvPicPr>
          <p:cNvPr id="146" name="Google Shape;146;p17"/>
          <p:cNvPicPr preferRelativeResize="0"/>
          <p:nvPr/>
        </p:nvPicPr>
        <p:blipFill rotWithShape="1">
          <a:blip r:embed="rId3">
            <a:alphaModFix/>
          </a:blip>
          <a:srcRect b="0" l="10509" r="60429" t="62545"/>
          <a:stretch/>
        </p:blipFill>
        <p:spPr>
          <a:xfrm>
            <a:off x="0" y="0"/>
            <a:ext cx="3943798" cy="2652951"/>
          </a:xfrm>
          <a:prstGeom prst="rect">
            <a:avLst/>
          </a:prstGeom>
          <a:noFill/>
          <a:ln>
            <a:noFill/>
          </a:ln>
        </p:spPr>
      </p:pic>
      <p:sp>
        <p:nvSpPr>
          <p:cNvPr id="147" name="Google Shape;147;p17"/>
          <p:cNvSpPr txBox="1"/>
          <p:nvPr>
            <p:ph idx="1" type="body"/>
          </p:nvPr>
        </p:nvSpPr>
        <p:spPr>
          <a:xfrm>
            <a:off x="1341400"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48" name="Google Shape;148;p17"/>
          <p:cNvSpPr/>
          <p:nvPr>
            <p:ph idx="2" type="pic"/>
          </p:nvPr>
        </p:nvSpPr>
        <p:spPr>
          <a:xfrm>
            <a:off x="1341425" y="556075"/>
            <a:ext cx="2196900" cy="2416200"/>
          </a:xfrm>
          <a:prstGeom prst="rect">
            <a:avLst/>
          </a:prstGeom>
          <a:noFill/>
          <a:ln>
            <a:noFill/>
          </a:ln>
        </p:spPr>
      </p:sp>
      <p:sp>
        <p:nvSpPr>
          <p:cNvPr id="149" name="Google Shape;149;p17"/>
          <p:cNvSpPr txBox="1"/>
          <p:nvPr>
            <p:ph idx="3" type="subTitle"/>
          </p:nvPr>
        </p:nvSpPr>
        <p:spPr>
          <a:xfrm>
            <a:off x="1341225"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50" name="Google Shape;150;p17"/>
          <p:cNvSpPr txBox="1"/>
          <p:nvPr>
            <p:ph idx="4" type="body"/>
          </p:nvPr>
        </p:nvSpPr>
        <p:spPr>
          <a:xfrm>
            <a:off x="3943789" y="3338325"/>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51" name="Google Shape;151;p17"/>
          <p:cNvSpPr/>
          <p:nvPr>
            <p:ph idx="5" type="pic"/>
          </p:nvPr>
        </p:nvSpPr>
        <p:spPr>
          <a:xfrm>
            <a:off x="3943804" y="556075"/>
            <a:ext cx="2196900" cy="2416200"/>
          </a:xfrm>
          <a:prstGeom prst="rect">
            <a:avLst/>
          </a:prstGeom>
          <a:noFill/>
          <a:ln>
            <a:noFill/>
          </a:ln>
        </p:spPr>
      </p:sp>
      <p:sp>
        <p:nvSpPr>
          <p:cNvPr id="152" name="Google Shape;152;p17"/>
          <p:cNvSpPr txBox="1"/>
          <p:nvPr>
            <p:ph idx="6" type="subTitle"/>
          </p:nvPr>
        </p:nvSpPr>
        <p:spPr>
          <a:xfrm>
            <a:off x="3943609" y="3002408"/>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sp>
        <p:nvSpPr>
          <p:cNvPr id="153" name="Google Shape;153;p17"/>
          <p:cNvSpPr txBox="1"/>
          <p:nvPr>
            <p:ph idx="7" type="body"/>
          </p:nvPr>
        </p:nvSpPr>
        <p:spPr>
          <a:xfrm>
            <a:off x="6487599" y="3338340"/>
            <a:ext cx="2196900" cy="1516800"/>
          </a:xfrm>
          <a:prstGeom prst="rect">
            <a:avLst/>
          </a:prstGeom>
          <a:noFill/>
          <a:ln>
            <a:noFill/>
          </a:ln>
        </p:spPr>
        <p:txBody>
          <a:bodyPr anchorCtr="0" anchor="t" bIns="91425" lIns="91425" spcFirstLastPara="1" rIns="91425" wrap="square" tIns="91425">
            <a:normAutofit/>
          </a:bodyPr>
          <a:lstStyle>
            <a:lvl1pPr indent="-298450" lvl="0" marL="457200" algn="l">
              <a:lnSpc>
                <a:spcPct val="115000"/>
              </a:lnSpc>
              <a:spcBef>
                <a:spcPts val="0"/>
              </a:spcBef>
              <a:spcAft>
                <a:spcPts val="0"/>
              </a:spcAft>
              <a:buSzPts val="1100"/>
              <a:buChar char="●"/>
              <a:defRPr sz="1100"/>
            </a:lvl1pPr>
            <a:lvl2pPr indent="-273050" lvl="1" marL="914400" algn="l">
              <a:lnSpc>
                <a:spcPct val="115000"/>
              </a:lnSpc>
              <a:spcBef>
                <a:spcPts val="0"/>
              </a:spcBef>
              <a:spcAft>
                <a:spcPts val="0"/>
              </a:spcAft>
              <a:buSzPts val="700"/>
              <a:buChar char="○"/>
              <a:defRPr sz="700"/>
            </a:lvl2pPr>
            <a:lvl3pPr indent="-273050" lvl="2" marL="1371600" algn="l">
              <a:lnSpc>
                <a:spcPct val="115000"/>
              </a:lnSpc>
              <a:spcBef>
                <a:spcPts val="0"/>
              </a:spcBef>
              <a:spcAft>
                <a:spcPts val="0"/>
              </a:spcAft>
              <a:buSzPts val="700"/>
              <a:buChar char="■"/>
              <a:defRPr sz="700"/>
            </a:lvl3pPr>
            <a:lvl4pPr indent="-273050" lvl="3" marL="1828800" algn="l">
              <a:lnSpc>
                <a:spcPct val="115000"/>
              </a:lnSpc>
              <a:spcBef>
                <a:spcPts val="0"/>
              </a:spcBef>
              <a:spcAft>
                <a:spcPts val="0"/>
              </a:spcAft>
              <a:buSzPts val="700"/>
              <a:buChar char="●"/>
              <a:defRPr sz="700"/>
            </a:lvl4pPr>
            <a:lvl5pPr indent="-273050" lvl="4" marL="2286000" algn="l">
              <a:lnSpc>
                <a:spcPct val="115000"/>
              </a:lnSpc>
              <a:spcBef>
                <a:spcPts val="0"/>
              </a:spcBef>
              <a:spcAft>
                <a:spcPts val="0"/>
              </a:spcAft>
              <a:buSzPts val="700"/>
              <a:buChar char="○"/>
              <a:defRPr sz="700"/>
            </a:lvl5pPr>
            <a:lvl6pPr indent="-273050" lvl="5" marL="2743200" algn="l">
              <a:lnSpc>
                <a:spcPct val="115000"/>
              </a:lnSpc>
              <a:spcBef>
                <a:spcPts val="0"/>
              </a:spcBef>
              <a:spcAft>
                <a:spcPts val="0"/>
              </a:spcAft>
              <a:buSzPts val="700"/>
              <a:buChar char="■"/>
              <a:defRPr sz="700"/>
            </a:lvl6pPr>
            <a:lvl7pPr indent="-273050" lvl="6" marL="3200400" algn="l">
              <a:lnSpc>
                <a:spcPct val="115000"/>
              </a:lnSpc>
              <a:spcBef>
                <a:spcPts val="0"/>
              </a:spcBef>
              <a:spcAft>
                <a:spcPts val="0"/>
              </a:spcAft>
              <a:buSzPts val="700"/>
              <a:buChar char="●"/>
              <a:defRPr sz="700"/>
            </a:lvl7pPr>
            <a:lvl8pPr indent="-273050" lvl="7" marL="3657600" algn="l">
              <a:lnSpc>
                <a:spcPct val="115000"/>
              </a:lnSpc>
              <a:spcBef>
                <a:spcPts val="0"/>
              </a:spcBef>
              <a:spcAft>
                <a:spcPts val="0"/>
              </a:spcAft>
              <a:buSzPts val="700"/>
              <a:buChar char="○"/>
              <a:defRPr sz="700"/>
            </a:lvl8pPr>
            <a:lvl9pPr indent="-273050" lvl="8" marL="4114800" algn="l">
              <a:lnSpc>
                <a:spcPct val="115000"/>
              </a:lnSpc>
              <a:spcBef>
                <a:spcPts val="0"/>
              </a:spcBef>
              <a:spcAft>
                <a:spcPts val="0"/>
              </a:spcAft>
              <a:buSzPts val="700"/>
              <a:buChar char="■"/>
              <a:defRPr sz="700"/>
            </a:lvl9pPr>
          </a:lstStyle>
          <a:p/>
        </p:txBody>
      </p:sp>
      <p:sp>
        <p:nvSpPr>
          <p:cNvPr id="154" name="Google Shape;154;p17"/>
          <p:cNvSpPr/>
          <p:nvPr>
            <p:ph idx="8" type="pic"/>
          </p:nvPr>
        </p:nvSpPr>
        <p:spPr>
          <a:xfrm>
            <a:off x="6487604" y="556095"/>
            <a:ext cx="2196900" cy="2416200"/>
          </a:xfrm>
          <a:prstGeom prst="rect">
            <a:avLst/>
          </a:prstGeom>
          <a:noFill/>
          <a:ln>
            <a:noFill/>
          </a:ln>
        </p:spPr>
      </p:sp>
      <p:sp>
        <p:nvSpPr>
          <p:cNvPr id="155" name="Google Shape;155;p17"/>
          <p:cNvSpPr txBox="1"/>
          <p:nvPr>
            <p:ph idx="9" type="subTitle"/>
          </p:nvPr>
        </p:nvSpPr>
        <p:spPr>
          <a:xfrm>
            <a:off x="6487415" y="3002421"/>
            <a:ext cx="2196900" cy="305700"/>
          </a:xfrm>
          <a:prstGeom prst="rect">
            <a:avLst/>
          </a:prstGeom>
          <a:noFill/>
          <a:ln>
            <a:noFill/>
          </a:ln>
        </p:spPr>
        <p:txBody>
          <a:bodyPr anchorCtr="0" anchor="t" bIns="91425" lIns="91425" spcFirstLastPara="1" rIns="91425" wrap="square" tIns="91425">
            <a:noAutofit/>
          </a:bodyPr>
          <a:lstStyle>
            <a:lvl1pPr lvl="0" algn="l">
              <a:lnSpc>
                <a:spcPct val="115000"/>
              </a:lnSpc>
              <a:spcBef>
                <a:spcPts val="0"/>
              </a:spcBef>
              <a:spcAft>
                <a:spcPts val="0"/>
              </a:spcAft>
              <a:buSzPts val="1400"/>
              <a:buNone/>
              <a:defRPr b="1" sz="1400"/>
            </a:lvl1pPr>
            <a:lvl2pPr lvl="1" algn="l">
              <a:lnSpc>
                <a:spcPct val="115000"/>
              </a:lnSpc>
              <a:spcBef>
                <a:spcPts val="0"/>
              </a:spcBef>
              <a:spcAft>
                <a:spcPts val="0"/>
              </a:spcAft>
              <a:buSzPts val="1400"/>
              <a:buNone/>
              <a:defRPr b="1"/>
            </a:lvl2pPr>
            <a:lvl3pPr lvl="2" algn="l">
              <a:lnSpc>
                <a:spcPct val="115000"/>
              </a:lnSpc>
              <a:spcBef>
                <a:spcPts val="0"/>
              </a:spcBef>
              <a:spcAft>
                <a:spcPts val="0"/>
              </a:spcAft>
              <a:buSzPts val="1400"/>
              <a:buNone/>
              <a:defRPr b="1"/>
            </a:lvl3pPr>
            <a:lvl4pPr lvl="3" algn="l">
              <a:lnSpc>
                <a:spcPct val="115000"/>
              </a:lnSpc>
              <a:spcBef>
                <a:spcPts val="0"/>
              </a:spcBef>
              <a:spcAft>
                <a:spcPts val="0"/>
              </a:spcAft>
              <a:buSzPts val="1400"/>
              <a:buNone/>
              <a:defRPr b="1"/>
            </a:lvl4pPr>
            <a:lvl5pPr lvl="4" algn="l">
              <a:lnSpc>
                <a:spcPct val="115000"/>
              </a:lnSpc>
              <a:spcBef>
                <a:spcPts val="0"/>
              </a:spcBef>
              <a:spcAft>
                <a:spcPts val="0"/>
              </a:spcAft>
              <a:buSzPts val="1400"/>
              <a:buNone/>
              <a:defRPr b="1"/>
            </a:lvl5pPr>
            <a:lvl6pPr lvl="5" algn="l">
              <a:lnSpc>
                <a:spcPct val="115000"/>
              </a:lnSpc>
              <a:spcBef>
                <a:spcPts val="0"/>
              </a:spcBef>
              <a:spcAft>
                <a:spcPts val="0"/>
              </a:spcAft>
              <a:buSzPts val="1400"/>
              <a:buNone/>
              <a:defRPr b="1"/>
            </a:lvl6pPr>
            <a:lvl7pPr lvl="6" algn="l">
              <a:lnSpc>
                <a:spcPct val="115000"/>
              </a:lnSpc>
              <a:spcBef>
                <a:spcPts val="0"/>
              </a:spcBef>
              <a:spcAft>
                <a:spcPts val="0"/>
              </a:spcAft>
              <a:buSzPts val="1400"/>
              <a:buNone/>
              <a:defRPr b="1"/>
            </a:lvl7pPr>
            <a:lvl8pPr lvl="7" algn="l">
              <a:lnSpc>
                <a:spcPct val="115000"/>
              </a:lnSpc>
              <a:spcBef>
                <a:spcPts val="0"/>
              </a:spcBef>
              <a:spcAft>
                <a:spcPts val="0"/>
              </a:spcAft>
              <a:buSzPts val="1400"/>
              <a:buNone/>
              <a:defRPr b="1"/>
            </a:lvl8pPr>
            <a:lvl9pPr lvl="8" algn="l">
              <a:lnSpc>
                <a:spcPct val="115000"/>
              </a:lnSpc>
              <a:spcBef>
                <a:spcPts val="0"/>
              </a:spcBef>
              <a:spcAft>
                <a:spcPts val="0"/>
              </a:spcAft>
              <a:buSzPts val="1400"/>
              <a:buNone/>
              <a:defRPr b="1"/>
            </a:lvl9pPr>
          </a:lstStyle>
          <a:p/>
        </p:txBody>
      </p:sp>
      <p:pic>
        <p:nvPicPr>
          <p:cNvPr id="156" name="Google Shape;156;p17"/>
          <p:cNvPicPr preferRelativeResize="0"/>
          <p:nvPr/>
        </p:nvPicPr>
        <p:blipFill rotWithShape="1">
          <a:blip r:embed="rId4">
            <a:alphaModFix/>
          </a:blip>
          <a:srcRect b="0" l="0" r="0" t="0"/>
          <a:stretch/>
        </p:blipFill>
        <p:spPr>
          <a:xfrm>
            <a:off x="325504" y="556102"/>
            <a:ext cx="705144" cy="98694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
    <p:spTree>
      <p:nvGrpSpPr>
        <p:cNvPr id="157" name="Shape 157"/>
        <p:cNvGrpSpPr/>
        <p:nvPr/>
      </p:nvGrpSpPr>
      <p:grpSpPr>
        <a:xfrm>
          <a:off x="0" y="0"/>
          <a:ext cx="0" cy="0"/>
          <a:chOff x="0" y="0"/>
          <a:chExt cx="0" cy="0"/>
        </a:xfrm>
      </p:grpSpPr>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
    <p:bg>
      <p:bgPr>
        <a:blipFill>
          <a:blip r:embed="rId2">
            <a:alphaModFix/>
          </a:blip>
          <a:stretch>
            <a:fillRect/>
          </a:stretch>
        </a:blipFill>
      </p:bgPr>
    </p:bg>
    <p:spTree>
      <p:nvGrpSpPr>
        <p:cNvPr id="158" name="Shape 158"/>
        <p:cNvGrpSpPr/>
        <p:nvPr/>
      </p:nvGrpSpPr>
      <p:grpSpPr>
        <a:xfrm>
          <a:off x="0" y="0"/>
          <a:ext cx="0" cy="0"/>
          <a:chOff x="0" y="0"/>
          <a:chExt cx="0" cy="0"/>
        </a:xfrm>
      </p:grpSpPr>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1">
  <p:cSld name="TITLE_AND_BODY_2_1">
    <p:spTree>
      <p:nvGrpSpPr>
        <p:cNvPr id="159" name="Shape 159"/>
        <p:cNvGrpSpPr/>
        <p:nvPr/>
      </p:nvGrpSpPr>
      <p:grpSpPr>
        <a:xfrm>
          <a:off x="0" y="0"/>
          <a:ext cx="0" cy="0"/>
          <a:chOff x="0" y="0"/>
          <a:chExt cx="0" cy="0"/>
        </a:xfrm>
      </p:grpSpPr>
      <p:pic>
        <p:nvPicPr>
          <p:cNvPr id="160" name="Google Shape;160;p20"/>
          <p:cNvPicPr preferRelativeResize="0"/>
          <p:nvPr/>
        </p:nvPicPr>
        <p:blipFill rotWithShape="1">
          <a:blip r:embed="rId2">
            <a:alphaModFix amt="25000"/>
          </a:blip>
          <a:srcRect b="0" l="1239" r="1229" t="0"/>
          <a:stretch/>
        </p:blipFill>
        <p:spPr>
          <a:xfrm>
            <a:off x="0" y="-65100"/>
            <a:ext cx="9144000" cy="5273699"/>
          </a:xfrm>
          <a:prstGeom prst="rect">
            <a:avLst/>
          </a:prstGeom>
          <a:noFill/>
          <a:ln>
            <a:noFill/>
          </a:ln>
        </p:spPr>
      </p:pic>
      <p:pic>
        <p:nvPicPr>
          <p:cNvPr id="161" name="Google Shape;161;p20"/>
          <p:cNvPicPr preferRelativeResize="0"/>
          <p:nvPr/>
        </p:nvPicPr>
        <p:blipFill rotWithShape="1">
          <a:blip r:embed="rId3">
            <a:alphaModFix/>
          </a:blip>
          <a:srcRect b="8312" l="0" r="0" t="8312"/>
          <a:stretch/>
        </p:blipFill>
        <p:spPr>
          <a:xfrm>
            <a:off x="-18288" y="-71975"/>
            <a:ext cx="9162286" cy="1206125"/>
          </a:xfrm>
          <a:prstGeom prst="rect">
            <a:avLst/>
          </a:prstGeom>
          <a:noFill/>
          <a:ln>
            <a:noFill/>
          </a:ln>
        </p:spPr>
      </p:pic>
      <p:sp>
        <p:nvSpPr>
          <p:cNvPr id="162" name="Google Shape;162;p2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FFFFFF"/>
              </a:buClr>
              <a:buSzPts val="2800"/>
              <a:buNone/>
              <a:defRPr>
                <a:solidFill>
                  <a:srgbClr val="FFFFFF"/>
                </a:solidFill>
              </a:defRPr>
            </a:lvl1pPr>
            <a:lvl2pPr lvl="1" algn="l">
              <a:lnSpc>
                <a:spcPct val="100000"/>
              </a:lnSpc>
              <a:spcBef>
                <a:spcPts val="0"/>
              </a:spcBef>
              <a:spcAft>
                <a:spcPts val="0"/>
              </a:spcAft>
              <a:buClr>
                <a:srgbClr val="FFFFFF"/>
              </a:buClr>
              <a:buSzPts val="2800"/>
              <a:buNone/>
              <a:defRPr>
                <a:solidFill>
                  <a:srgbClr val="FFFFFF"/>
                </a:solidFill>
              </a:defRPr>
            </a:lvl2pPr>
            <a:lvl3pPr lvl="2" algn="l">
              <a:lnSpc>
                <a:spcPct val="100000"/>
              </a:lnSpc>
              <a:spcBef>
                <a:spcPts val="0"/>
              </a:spcBef>
              <a:spcAft>
                <a:spcPts val="0"/>
              </a:spcAft>
              <a:buClr>
                <a:srgbClr val="FFFFFF"/>
              </a:buClr>
              <a:buSzPts val="2800"/>
              <a:buNone/>
              <a:defRPr>
                <a:solidFill>
                  <a:srgbClr val="FFFFFF"/>
                </a:solidFill>
              </a:defRPr>
            </a:lvl3pPr>
            <a:lvl4pPr lvl="3" algn="l">
              <a:lnSpc>
                <a:spcPct val="100000"/>
              </a:lnSpc>
              <a:spcBef>
                <a:spcPts val="0"/>
              </a:spcBef>
              <a:spcAft>
                <a:spcPts val="0"/>
              </a:spcAft>
              <a:buClr>
                <a:srgbClr val="FFFFFF"/>
              </a:buClr>
              <a:buSzPts val="2800"/>
              <a:buNone/>
              <a:defRPr>
                <a:solidFill>
                  <a:srgbClr val="FFFFFF"/>
                </a:solidFill>
              </a:defRPr>
            </a:lvl4pPr>
            <a:lvl5pPr lvl="4" algn="l">
              <a:lnSpc>
                <a:spcPct val="100000"/>
              </a:lnSpc>
              <a:spcBef>
                <a:spcPts val="0"/>
              </a:spcBef>
              <a:spcAft>
                <a:spcPts val="0"/>
              </a:spcAft>
              <a:buClr>
                <a:srgbClr val="FFFFFF"/>
              </a:buClr>
              <a:buSzPts val="2800"/>
              <a:buNone/>
              <a:defRPr>
                <a:solidFill>
                  <a:srgbClr val="FFFFFF"/>
                </a:solidFill>
              </a:defRPr>
            </a:lvl5pPr>
            <a:lvl6pPr lvl="5" algn="l">
              <a:lnSpc>
                <a:spcPct val="100000"/>
              </a:lnSpc>
              <a:spcBef>
                <a:spcPts val="0"/>
              </a:spcBef>
              <a:spcAft>
                <a:spcPts val="0"/>
              </a:spcAft>
              <a:buClr>
                <a:srgbClr val="FFFFFF"/>
              </a:buClr>
              <a:buSzPts val="2800"/>
              <a:buNone/>
              <a:defRPr>
                <a:solidFill>
                  <a:srgbClr val="FFFFFF"/>
                </a:solidFill>
              </a:defRPr>
            </a:lvl6pPr>
            <a:lvl7pPr lvl="6" algn="l">
              <a:lnSpc>
                <a:spcPct val="100000"/>
              </a:lnSpc>
              <a:spcBef>
                <a:spcPts val="0"/>
              </a:spcBef>
              <a:spcAft>
                <a:spcPts val="0"/>
              </a:spcAft>
              <a:buClr>
                <a:srgbClr val="FFFFFF"/>
              </a:buClr>
              <a:buSzPts val="2800"/>
              <a:buNone/>
              <a:defRPr>
                <a:solidFill>
                  <a:srgbClr val="FFFFFF"/>
                </a:solidFill>
              </a:defRPr>
            </a:lvl7pPr>
            <a:lvl8pPr lvl="7" algn="l">
              <a:lnSpc>
                <a:spcPct val="100000"/>
              </a:lnSpc>
              <a:spcBef>
                <a:spcPts val="0"/>
              </a:spcBef>
              <a:spcAft>
                <a:spcPts val="0"/>
              </a:spcAft>
              <a:buClr>
                <a:srgbClr val="FFFFFF"/>
              </a:buClr>
              <a:buSzPts val="2800"/>
              <a:buNone/>
              <a:defRPr>
                <a:solidFill>
                  <a:srgbClr val="FFFFFF"/>
                </a:solidFill>
              </a:defRPr>
            </a:lvl8pPr>
            <a:lvl9pPr lvl="8" algn="l">
              <a:lnSpc>
                <a:spcPct val="100000"/>
              </a:lnSpc>
              <a:spcBef>
                <a:spcPts val="0"/>
              </a:spcBef>
              <a:spcAft>
                <a:spcPts val="0"/>
              </a:spcAft>
              <a:buClr>
                <a:srgbClr val="FFFFFF"/>
              </a:buClr>
              <a:buSzPts val="2800"/>
              <a:buNone/>
              <a:defRPr>
                <a:solidFill>
                  <a:srgbClr val="FFFFFF"/>
                </a:solidFill>
              </a:defRPr>
            </a:lvl9pPr>
          </a:lstStyle>
          <a:p/>
        </p:txBody>
      </p:sp>
      <p:sp>
        <p:nvSpPr>
          <p:cNvPr id="163" name="Google Shape;163;p20"/>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4" name="Google Shape;16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65" name="Google Shape;165;p20"/>
          <p:cNvPicPr preferRelativeResize="0"/>
          <p:nvPr/>
        </p:nvPicPr>
        <p:blipFill rotWithShape="1">
          <a:blip r:embed="rId4">
            <a:alphaModFix/>
          </a:blip>
          <a:srcRect b="0" l="0" r="0" t="0"/>
          <a:stretch/>
        </p:blipFill>
        <p:spPr>
          <a:xfrm>
            <a:off x="8264350" y="625850"/>
            <a:ext cx="567939" cy="572698"/>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3">
    <p:spTree>
      <p:nvGrpSpPr>
        <p:cNvPr id="166" name="Shape 166"/>
        <p:cNvGrpSpPr/>
        <p:nvPr/>
      </p:nvGrpSpPr>
      <p:grpSpPr>
        <a:xfrm>
          <a:off x="0" y="0"/>
          <a:ext cx="0" cy="0"/>
          <a:chOff x="0" y="0"/>
          <a:chExt cx="0" cy="0"/>
        </a:xfrm>
      </p:grpSpPr>
      <p:sp>
        <p:nvSpPr>
          <p:cNvPr id="167" name="Google Shape;167;p2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Clr>
                <a:srgbClr val="12284C"/>
              </a:buClr>
              <a:buSzPts val="2800"/>
              <a:buNone/>
              <a:defRPr>
                <a:solidFill>
                  <a:srgbClr val="12284C"/>
                </a:solidFill>
              </a:defRPr>
            </a:lvl1pPr>
            <a:lvl2pPr lvl="1" algn="l">
              <a:lnSpc>
                <a:spcPct val="100000"/>
              </a:lnSpc>
              <a:spcBef>
                <a:spcPts val="0"/>
              </a:spcBef>
              <a:spcAft>
                <a:spcPts val="0"/>
              </a:spcAft>
              <a:buClr>
                <a:srgbClr val="12284C"/>
              </a:buClr>
              <a:buSzPts val="2800"/>
              <a:buNone/>
              <a:defRPr>
                <a:solidFill>
                  <a:srgbClr val="12284C"/>
                </a:solidFill>
              </a:defRPr>
            </a:lvl2pPr>
            <a:lvl3pPr lvl="2" algn="l">
              <a:lnSpc>
                <a:spcPct val="100000"/>
              </a:lnSpc>
              <a:spcBef>
                <a:spcPts val="0"/>
              </a:spcBef>
              <a:spcAft>
                <a:spcPts val="0"/>
              </a:spcAft>
              <a:buClr>
                <a:srgbClr val="12284C"/>
              </a:buClr>
              <a:buSzPts val="2800"/>
              <a:buNone/>
              <a:defRPr>
                <a:solidFill>
                  <a:srgbClr val="12284C"/>
                </a:solidFill>
              </a:defRPr>
            </a:lvl3pPr>
            <a:lvl4pPr lvl="3" algn="l">
              <a:lnSpc>
                <a:spcPct val="100000"/>
              </a:lnSpc>
              <a:spcBef>
                <a:spcPts val="0"/>
              </a:spcBef>
              <a:spcAft>
                <a:spcPts val="0"/>
              </a:spcAft>
              <a:buClr>
                <a:srgbClr val="12284C"/>
              </a:buClr>
              <a:buSzPts val="2800"/>
              <a:buNone/>
              <a:defRPr>
                <a:solidFill>
                  <a:srgbClr val="12284C"/>
                </a:solidFill>
              </a:defRPr>
            </a:lvl4pPr>
            <a:lvl5pPr lvl="4" algn="l">
              <a:lnSpc>
                <a:spcPct val="100000"/>
              </a:lnSpc>
              <a:spcBef>
                <a:spcPts val="0"/>
              </a:spcBef>
              <a:spcAft>
                <a:spcPts val="0"/>
              </a:spcAft>
              <a:buClr>
                <a:srgbClr val="12284C"/>
              </a:buClr>
              <a:buSzPts val="2800"/>
              <a:buNone/>
              <a:defRPr>
                <a:solidFill>
                  <a:srgbClr val="12284C"/>
                </a:solidFill>
              </a:defRPr>
            </a:lvl5pPr>
            <a:lvl6pPr lvl="5" algn="l">
              <a:lnSpc>
                <a:spcPct val="100000"/>
              </a:lnSpc>
              <a:spcBef>
                <a:spcPts val="0"/>
              </a:spcBef>
              <a:spcAft>
                <a:spcPts val="0"/>
              </a:spcAft>
              <a:buClr>
                <a:srgbClr val="12284C"/>
              </a:buClr>
              <a:buSzPts val="2800"/>
              <a:buNone/>
              <a:defRPr>
                <a:solidFill>
                  <a:srgbClr val="12284C"/>
                </a:solidFill>
              </a:defRPr>
            </a:lvl6pPr>
            <a:lvl7pPr lvl="6" algn="l">
              <a:lnSpc>
                <a:spcPct val="100000"/>
              </a:lnSpc>
              <a:spcBef>
                <a:spcPts val="0"/>
              </a:spcBef>
              <a:spcAft>
                <a:spcPts val="0"/>
              </a:spcAft>
              <a:buClr>
                <a:srgbClr val="12284C"/>
              </a:buClr>
              <a:buSzPts val="2800"/>
              <a:buNone/>
              <a:defRPr>
                <a:solidFill>
                  <a:srgbClr val="12284C"/>
                </a:solidFill>
              </a:defRPr>
            </a:lvl7pPr>
            <a:lvl8pPr lvl="7" algn="l">
              <a:lnSpc>
                <a:spcPct val="100000"/>
              </a:lnSpc>
              <a:spcBef>
                <a:spcPts val="0"/>
              </a:spcBef>
              <a:spcAft>
                <a:spcPts val="0"/>
              </a:spcAft>
              <a:buClr>
                <a:srgbClr val="12284C"/>
              </a:buClr>
              <a:buSzPts val="2800"/>
              <a:buNone/>
              <a:defRPr>
                <a:solidFill>
                  <a:srgbClr val="12284C"/>
                </a:solidFill>
              </a:defRPr>
            </a:lvl8pPr>
            <a:lvl9pPr lvl="8" algn="l">
              <a:lnSpc>
                <a:spcPct val="100000"/>
              </a:lnSpc>
              <a:spcBef>
                <a:spcPts val="0"/>
              </a:spcBef>
              <a:spcAft>
                <a:spcPts val="0"/>
              </a:spcAft>
              <a:buClr>
                <a:srgbClr val="12284C"/>
              </a:buClr>
              <a:buSzPts val="2800"/>
              <a:buNone/>
              <a:defRPr>
                <a:solidFill>
                  <a:srgbClr val="12284C"/>
                </a:solidFill>
              </a:defRPr>
            </a:lvl9pPr>
          </a:lstStyle>
          <a:p/>
        </p:txBody>
      </p:sp>
      <p:sp>
        <p:nvSpPr>
          <p:cNvPr id="168" name="Google Shape;168;p21"/>
          <p:cNvSpPr txBox="1"/>
          <p:nvPr>
            <p:ph idx="1" type="body"/>
          </p:nvPr>
        </p:nvSpPr>
        <p:spPr>
          <a:xfrm>
            <a:off x="311700" y="1519825"/>
            <a:ext cx="8520600" cy="27093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9" name="Google Shape;16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pic>
        <p:nvPicPr>
          <p:cNvPr id="170" name="Google Shape;170;p21"/>
          <p:cNvPicPr preferRelativeResize="0"/>
          <p:nvPr/>
        </p:nvPicPr>
        <p:blipFill rotWithShape="1">
          <a:blip r:embed="rId2">
            <a:alphaModFix/>
          </a:blip>
          <a:srcRect b="0" l="0" r="0" t="0"/>
          <a:stretch/>
        </p:blipFill>
        <p:spPr>
          <a:xfrm>
            <a:off x="8240351" y="478975"/>
            <a:ext cx="638054" cy="643400"/>
          </a:xfrm>
          <a:prstGeom prst="rect">
            <a:avLst/>
          </a:prstGeom>
          <a:noFill/>
          <a:ln>
            <a:noFill/>
          </a:ln>
        </p:spPr>
      </p:pic>
      <p:sp>
        <p:nvSpPr>
          <p:cNvPr id="171" name="Google Shape;171;p21"/>
          <p:cNvSpPr txBox="1"/>
          <p:nvPr>
            <p:ph idx="2" type="subTitle"/>
          </p:nvPr>
        </p:nvSpPr>
        <p:spPr>
          <a:xfrm>
            <a:off x="311700" y="1017725"/>
            <a:ext cx="8520600" cy="572700"/>
          </a:xfrm>
          <a:prstGeom prst="rect">
            <a:avLst/>
          </a:prstGeom>
          <a:noFill/>
          <a:ln>
            <a:noFill/>
          </a:ln>
        </p:spPr>
        <p:txBody>
          <a:bodyPr anchorCtr="0" anchor="b" bIns="91425" lIns="91425" spcFirstLastPara="1" rIns="91425" wrap="square" tIns="91425">
            <a:normAutofit/>
          </a:bodyPr>
          <a:lstStyle>
            <a:lvl1pPr lvl="0" algn="l">
              <a:lnSpc>
                <a:spcPct val="115000"/>
              </a:lnSpc>
              <a:spcBef>
                <a:spcPts val="0"/>
              </a:spcBef>
              <a:spcAft>
                <a:spcPts val="0"/>
              </a:spcAft>
              <a:buSzPts val="2000"/>
              <a:buNone/>
              <a:defRPr b="1" sz="2000"/>
            </a:lvl1pPr>
            <a:lvl2pPr lvl="1" algn="l">
              <a:lnSpc>
                <a:spcPct val="115000"/>
              </a:lnSpc>
              <a:spcBef>
                <a:spcPts val="0"/>
              </a:spcBef>
              <a:spcAft>
                <a:spcPts val="0"/>
              </a:spcAft>
              <a:buSzPts val="1400"/>
              <a:buNone/>
              <a:defRPr/>
            </a:lvl2pPr>
            <a:lvl3pPr lvl="2" algn="l">
              <a:lnSpc>
                <a:spcPct val="115000"/>
              </a:lnSpc>
              <a:spcBef>
                <a:spcPts val="0"/>
              </a:spcBef>
              <a:spcAft>
                <a:spcPts val="0"/>
              </a:spcAft>
              <a:buSzPts val="1400"/>
              <a:buNone/>
              <a:defRPr/>
            </a:lvl3pPr>
            <a:lvl4pPr lvl="3" algn="l">
              <a:lnSpc>
                <a:spcPct val="115000"/>
              </a:lnSpc>
              <a:spcBef>
                <a:spcPts val="0"/>
              </a:spcBef>
              <a:spcAft>
                <a:spcPts val="0"/>
              </a:spcAft>
              <a:buSzPts val="1400"/>
              <a:buNone/>
              <a:defRPr/>
            </a:lvl4pPr>
            <a:lvl5pPr lvl="4" algn="l">
              <a:lnSpc>
                <a:spcPct val="115000"/>
              </a:lnSpc>
              <a:spcBef>
                <a:spcPts val="0"/>
              </a:spcBef>
              <a:spcAft>
                <a:spcPts val="0"/>
              </a:spcAft>
              <a:buSzPts val="1400"/>
              <a:buNone/>
              <a:defRPr/>
            </a:lvl5pPr>
            <a:lvl6pPr lvl="5" algn="l">
              <a:lnSpc>
                <a:spcPct val="115000"/>
              </a:lnSpc>
              <a:spcBef>
                <a:spcPts val="0"/>
              </a:spcBef>
              <a:spcAft>
                <a:spcPts val="0"/>
              </a:spcAft>
              <a:buSzPts val="1400"/>
              <a:buNone/>
              <a:defRPr/>
            </a:lvl6pPr>
            <a:lvl7pPr lvl="6" algn="l">
              <a:lnSpc>
                <a:spcPct val="115000"/>
              </a:lnSpc>
              <a:spcBef>
                <a:spcPts val="0"/>
              </a:spcBef>
              <a:spcAft>
                <a:spcPts val="0"/>
              </a:spcAft>
              <a:buSzPts val="1400"/>
              <a:buNone/>
              <a:defRPr/>
            </a:lvl7pPr>
            <a:lvl8pPr lvl="7" algn="l">
              <a:lnSpc>
                <a:spcPct val="115000"/>
              </a:lnSpc>
              <a:spcBef>
                <a:spcPts val="0"/>
              </a:spcBef>
              <a:spcAft>
                <a:spcPts val="0"/>
              </a:spcAft>
              <a:buSzPts val="1400"/>
              <a:buNone/>
              <a:defRPr/>
            </a:lvl8pPr>
            <a:lvl9pPr lvl="8" algn="l">
              <a:lnSpc>
                <a:spcPct val="115000"/>
              </a:lnSpc>
              <a:spcBef>
                <a:spcPts val="0"/>
              </a:spcBef>
              <a:spcAft>
                <a:spcPts val="0"/>
              </a:spcAft>
              <a:buSzPts val="1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21" Type="http://schemas.openxmlformats.org/officeDocument/2006/relationships/theme" Target="../theme/theme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rgbClr val="12284C"/>
              </a:buClr>
              <a:buSzPts val="2800"/>
              <a:buFont typeface="Montserrat Black"/>
              <a:buNone/>
              <a:defRPr b="0" i="0" sz="2800" u="none" cap="none" strike="noStrike">
                <a:solidFill>
                  <a:srgbClr val="12284C"/>
                </a:solidFill>
                <a:latin typeface="Montserrat Black"/>
                <a:ea typeface="Montserrat Black"/>
                <a:cs typeface="Montserrat Black"/>
                <a:sym typeface="Montserrat Black"/>
              </a:defRPr>
            </a:lvl1pPr>
            <a:lvl2pPr lvl="1"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2pPr>
            <a:lvl3pPr lvl="2"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3pPr>
            <a:lvl4pPr lvl="3"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4pPr>
            <a:lvl5pPr lvl="4"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5pPr>
            <a:lvl6pPr lvl="5"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6pPr>
            <a:lvl7pPr lvl="6"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7pPr>
            <a:lvl8pPr lvl="7"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8pPr>
            <a:lvl9pPr lvl="8" marR="0" rtl="0" algn="l">
              <a:lnSpc>
                <a:spcPct val="100000"/>
              </a:lnSpc>
              <a:spcBef>
                <a:spcPts val="0"/>
              </a:spcBef>
              <a:spcAft>
                <a:spcPts val="0"/>
              </a:spcAft>
              <a:buClr>
                <a:schemeClr val="dk1"/>
              </a:buClr>
              <a:buSzPts val="2800"/>
              <a:buFont typeface="Montserrat Black"/>
              <a:buNone/>
              <a:defRPr b="0" i="0" sz="2800" u="none" cap="none" strike="noStrike">
                <a:solidFill>
                  <a:schemeClr val="dk1"/>
                </a:solidFill>
                <a:latin typeface="Montserrat Black"/>
                <a:ea typeface="Montserrat Black"/>
                <a:cs typeface="Montserrat Black"/>
                <a:sym typeface="Montserrat Black"/>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rgbClr val="12284C"/>
              </a:buClr>
              <a:buSzPts val="1800"/>
              <a:buFont typeface="Montserrat"/>
              <a:buChar char="●"/>
              <a:defRPr b="0" i="0" sz="1800" u="none" cap="none" strike="noStrike">
                <a:solidFill>
                  <a:srgbClr val="12284C"/>
                </a:solidFill>
                <a:latin typeface="Montserrat"/>
                <a:ea typeface="Montserrat"/>
                <a:cs typeface="Montserrat"/>
                <a:sym typeface="Montserrat"/>
              </a:defRPr>
            </a:lvl1pPr>
            <a:lvl2pPr indent="-317500" lvl="1" marL="9144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2pPr>
            <a:lvl3pPr indent="-317500" lvl="2" marL="13716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3pPr>
            <a:lvl4pPr indent="-317500" lvl="3" marL="18288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4pPr>
            <a:lvl5pPr indent="-317500" lvl="4" marL="22860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5pPr>
            <a:lvl6pPr indent="-317500" lvl="5" marL="27432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6pPr>
            <a:lvl7pPr indent="-317500" lvl="6" marL="32004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7pPr>
            <a:lvl8pPr indent="-317500" lvl="7" marL="36576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8pPr>
            <a:lvl9pPr indent="-317500" lvl="8" marL="4114800" marR="0" rtl="0" algn="l">
              <a:lnSpc>
                <a:spcPct val="115000"/>
              </a:lnSpc>
              <a:spcBef>
                <a:spcPts val="0"/>
              </a:spcBef>
              <a:spcAft>
                <a:spcPts val="0"/>
              </a:spcAft>
              <a:buClr>
                <a:srgbClr val="12284C"/>
              </a:buClr>
              <a:buSzPts val="1400"/>
              <a:buFont typeface="Montserrat"/>
              <a:buChar char="■"/>
              <a:defRPr b="0" i="0" sz="1400" u="none" cap="none" strike="noStrike">
                <a:solidFill>
                  <a:srgbClr val="12284C"/>
                </a:solidFill>
                <a:latin typeface="Montserrat"/>
                <a:ea typeface="Montserrat"/>
                <a:cs typeface="Montserrat"/>
                <a:sym typeface="Montserrat"/>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5" name="Shape 175"/>
        <p:cNvGrpSpPr/>
        <p:nvPr/>
      </p:nvGrpSpPr>
      <p:grpSpPr>
        <a:xfrm>
          <a:off x="0" y="0"/>
          <a:ext cx="0" cy="0"/>
          <a:chOff x="0" y="0"/>
          <a:chExt cx="0" cy="0"/>
        </a:xfrm>
      </p:grpSpPr>
      <p:sp>
        <p:nvSpPr>
          <p:cNvPr id="176" name="Google Shape;176;p22"/>
          <p:cNvSpPr txBox="1"/>
          <p:nvPr>
            <p:ph type="ctrTitle"/>
          </p:nvPr>
        </p:nvSpPr>
        <p:spPr>
          <a:xfrm>
            <a:off x="497225" y="1166125"/>
            <a:ext cx="5168700" cy="1750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en" sz="3800"/>
              <a:t>Weekly Productivity Update</a:t>
            </a:r>
            <a:endParaRPr sz="3800"/>
          </a:p>
          <a:p>
            <a:pPr indent="0" lvl="0" marL="0" rtl="0" algn="l">
              <a:lnSpc>
                <a:spcPct val="115000"/>
              </a:lnSpc>
              <a:spcBef>
                <a:spcPts val="0"/>
              </a:spcBef>
              <a:spcAft>
                <a:spcPts val="0"/>
              </a:spcAft>
              <a:buSzPts val="990"/>
              <a:buNone/>
            </a:pPr>
            <a:r>
              <a:t/>
            </a:r>
            <a:endParaRPr sz="3800"/>
          </a:p>
        </p:txBody>
      </p:sp>
      <p:sp>
        <p:nvSpPr>
          <p:cNvPr id="177" name="Google Shape;177;p22"/>
          <p:cNvSpPr txBox="1"/>
          <p:nvPr>
            <p:ph type="ctrTitle"/>
          </p:nvPr>
        </p:nvSpPr>
        <p:spPr>
          <a:xfrm>
            <a:off x="569100" y="2993350"/>
            <a:ext cx="4854000" cy="17508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Month: May</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Week No: 3</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Reporting Date: 05/22/2026</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rPr lang="en" sz="1400">
                <a:latin typeface="Montserrat"/>
                <a:ea typeface="Montserrat"/>
                <a:cs typeface="Montserrat"/>
                <a:sym typeface="Montserrat"/>
              </a:rPr>
              <a:t>Presented By: Kevin</a:t>
            </a:r>
            <a:endParaRPr sz="1400">
              <a:latin typeface="Montserrat"/>
              <a:ea typeface="Montserrat"/>
              <a:cs typeface="Montserrat"/>
              <a:sym typeface="Montserrat"/>
            </a:endParaRPr>
          </a:p>
          <a:p>
            <a:pPr indent="0" lvl="0" marL="0" rtl="0" algn="l">
              <a:lnSpc>
                <a:spcPct val="115000"/>
              </a:lnSpc>
              <a:spcBef>
                <a:spcPts val="0"/>
              </a:spcBef>
              <a:spcAft>
                <a:spcPts val="0"/>
              </a:spcAft>
              <a:buSzPts val="990"/>
              <a:buNone/>
            </a:pPr>
            <a:r>
              <a:t/>
            </a:r>
            <a:endParaRPr sz="3800">
              <a:latin typeface="Montserrat"/>
              <a:ea typeface="Montserrat"/>
              <a:cs typeface="Montserrat"/>
              <a:sym typeface="Montserrat"/>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23"/>
          <p:cNvSpPr txBox="1"/>
          <p:nvPr>
            <p:ph type="title"/>
          </p:nvPr>
        </p:nvSpPr>
        <p:spPr>
          <a:xfrm>
            <a:off x="261250" y="169515"/>
            <a:ext cx="8496300" cy="3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600"/>
              <a:t>Part 1.3: Weekly Planned vs Actual Analysis</a:t>
            </a:r>
            <a:endParaRPr sz="1600"/>
          </a:p>
        </p:txBody>
      </p:sp>
      <p:sp>
        <p:nvSpPr>
          <p:cNvPr id="183" name="Google Shape;183;p23"/>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graphicFrame>
        <p:nvGraphicFramePr>
          <p:cNvPr id="184" name="Google Shape;184;p23"/>
          <p:cNvGraphicFramePr/>
          <p:nvPr/>
        </p:nvGraphicFramePr>
        <p:xfrm>
          <a:off x="348338" y="935800"/>
          <a:ext cx="3000000" cy="3000000"/>
        </p:xfrm>
        <a:graphic>
          <a:graphicData uri="http://schemas.openxmlformats.org/drawingml/2006/table">
            <a:tbl>
              <a:tblPr>
                <a:noFill/>
                <a:tableStyleId>{6411300F-7437-4E6A-BB55-BAD862B316EB}</a:tableStyleId>
              </a:tblPr>
              <a:tblGrid>
                <a:gridCol w="963825"/>
                <a:gridCol w="1347375"/>
                <a:gridCol w="1809125"/>
                <a:gridCol w="882725"/>
                <a:gridCol w="871175"/>
                <a:gridCol w="750575"/>
                <a:gridCol w="1697325"/>
              </a:tblGrid>
              <a:tr h="415400">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Category</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Application/Domain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Task/Activity Description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 Unplanned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Actual</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Remarks</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59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Operations &amp; Maintenance</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82600" rtl="0" algn="l">
                        <a:lnSpc>
                          <a:spcPct val="973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Maintenance (Not Reflected in Service Desk)</a:t>
                      </a:r>
                      <a:endParaRPr sz="800" u="none" cap="none" strike="noStrike">
                        <a:latin typeface="Montserrat"/>
                        <a:ea typeface="Montserrat"/>
                        <a:cs typeface="Montserrat"/>
                        <a:sym typeface="Montserrat"/>
                      </a:endParaRPr>
                    </a:p>
                  </a:txBody>
                  <a:tcPr marT="6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Team Meetings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3.00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3.00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986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Daily Huddle, Weekly Reporting, Weekly Meeting</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Others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Admin Work</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Update of Productivity Log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Productivity Log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Project</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600"/>
                        <a:buFont typeface="Arial"/>
                        <a:buNone/>
                      </a:pPr>
                      <a:r>
                        <a:t/>
                      </a:r>
                      <a:endParaRPr sz="6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chemeClr val="dk1"/>
                          </a:solidFill>
                          <a:latin typeface="Montserrat"/>
                          <a:ea typeface="Montserrat"/>
                          <a:cs typeface="Montserrat"/>
                          <a:sym typeface="Montserrat"/>
                        </a:rPr>
                        <a:t>[SFA-Web] Expenses Revamp</a:t>
                      </a:r>
                      <a:endParaRPr sz="6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508000" rtl="0" algn="l">
                        <a:lnSpc>
                          <a:spcPct val="116190"/>
                        </a:lnSpc>
                        <a:spcBef>
                          <a:spcPts val="0"/>
                        </a:spcBef>
                        <a:spcAft>
                          <a:spcPts val="0"/>
                        </a:spcAft>
                        <a:buClr>
                          <a:srgbClr val="000000"/>
                        </a:buClr>
                        <a:buSzPts val="800"/>
                        <a:buFont typeface="Arial"/>
                        <a:buNone/>
                      </a:pPr>
                      <a:r>
                        <a:rPr lang="en" sz="800" u="none" cap="none" strike="noStrike">
                          <a:solidFill>
                            <a:schemeClr val="dk1"/>
                          </a:solidFill>
                          <a:latin typeface="Montserrat"/>
                          <a:ea typeface="Montserrat"/>
                          <a:cs typeface="Montserrat"/>
                          <a:sym typeface="Montserrat"/>
                        </a:rPr>
                        <a:t>Post-Go Live: Performance Monitoring</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9.00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7.00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5582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Support</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Others</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Training</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Training (Functional)</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Claude API</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Project</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18571"/>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a:t>
                      </a:r>
                      <a:endParaRPr sz="800" u="none" cap="none" strike="noStrike">
                        <a:latin typeface="Montserrat"/>
                        <a:ea typeface="Montserrat"/>
                        <a:cs typeface="Montserrat"/>
                        <a:sym typeface="Montserrat"/>
                      </a:endParaRPr>
                    </a:p>
                    <a:p>
                      <a:pPr indent="0" lvl="0" marL="50800" marR="0" rtl="0" algn="l">
                        <a:lnSpc>
                          <a:spcPct val="118571"/>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Expenses Revamp</a:t>
                      </a:r>
                      <a:endParaRPr sz="800" u="none" cap="none" strike="noStrike">
                        <a:latin typeface="Montserrat"/>
                        <a:ea typeface="Montserrat"/>
                        <a:cs typeface="Montserrat"/>
                        <a:sym typeface="Montserrat"/>
                      </a:endParaRPr>
                    </a:p>
                  </a:txBody>
                  <a:tcPr marT="47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Testing: Bug Fixing</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8.00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8.00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29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UAT testing — fixing issue logs and support</a:t>
                      </a:r>
                      <a:endParaRPr sz="800" u="none" cap="none" strike="noStrike">
                        <a:latin typeface="Montserrat"/>
                        <a:ea typeface="Montserrat"/>
                        <a:cs typeface="Montserrat"/>
                        <a:sym typeface="Montserrat"/>
                      </a:endParaRPr>
                    </a:p>
                  </a:txBody>
                  <a:tcPr marT="1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 [Web Revamp]</a:t>
                      </a:r>
                      <a:endParaRPr sz="800" u="none" cap="none" strike="noStrike">
                        <a:latin typeface="Montserrat"/>
                        <a:ea typeface="Montserrat"/>
                        <a:cs typeface="Montserrat"/>
                        <a:sym typeface="Montserrat"/>
                      </a:endParaRPr>
                    </a:p>
                    <a:p>
                      <a:pPr indent="0" lvl="0" marL="50800" marR="0" rtl="0" algn="l">
                        <a:lnSpc>
                          <a:spcPct val="113809"/>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FSP Mapping</a:t>
                      </a:r>
                      <a:endParaRPr sz="800" u="none" cap="none" strike="noStrike">
                        <a:latin typeface="Montserrat"/>
                        <a:ea typeface="Montserrat"/>
                        <a:cs typeface="Montserrat"/>
                        <a:sym typeface="Montserrat"/>
                      </a:endParaRPr>
                    </a:p>
                  </a:txBody>
                  <a:tcPr marT="6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8001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Implementation: Documentation</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38442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Technical &amp; Functional Documentation Meeting</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 [Web Revamp]</a:t>
                      </a:r>
                      <a:endParaRPr sz="800" u="none" cap="none" strike="noStrike">
                        <a:latin typeface="Montserrat"/>
                        <a:ea typeface="Montserrat"/>
                        <a:cs typeface="Montserrat"/>
                        <a:sym typeface="Montserrat"/>
                      </a:endParaRPr>
                    </a:p>
                    <a:p>
                      <a:pPr indent="0" lvl="0" marL="50800" marR="0" rtl="0" algn="l">
                        <a:lnSpc>
                          <a:spcPct val="112857"/>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FSP Mapping</a:t>
                      </a:r>
                      <a:endParaRPr sz="800" u="none" cap="none" strike="noStrike">
                        <a:latin typeface="Montserrat"/>
                        <a:ea typeface="Montserrat"/>
                        <a:cs typeface="Montserrat"/>
                        <a:sym typeface="Montserrat"/>
                      </a:endParaRPr>
                    </a:p>
                  </a:txBody>
                  <a:tcPr marT="68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Testing: Test Case Creation</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29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 Case creation of FSP Mapping and compare with SFA</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p24"/>
          <p:cNvSpPr txBox="1"/>
          <p:nvPr>
            <p:ph type="title"/>
          </p:nvPr>
        </p:nvSpPr>
        <p:spPr>
          <a:xfrm>
            <a:off x="261250" y="169515"/>
            <a:ext cx="8496300" cy="3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600"/>
              <a:t>Part 1.3: Weekly Planned vs Actual Analysis</a:t>
            </a:r>
            <a:endParaRPr sz="1600"/>
          </a:p>
        </p:txBody>
      </p:sp>
      <p:sp>
        <p:nvSpPr>
          <p:cNvPr id="190" name="Google Shape;190;p24"/>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graphicFrame>
        <p:nvGraphicFramePr>
          <p:cNvPr id="191" name="Google Shape;191;p24"/>
          <p:cNvGraphicFramePr/>
          <p:nvPr/>
        </p:nvGraphicFramePr>
        <p:xfrm>
          <a:off x="422301" y="635300"/>
          <a:ext cx="3000000" cy="3000000"/>
        </p:xfrm>
        <a:graphic>
          <a:graphicData uri="http://schemas.openxmlformats.org/drawingml/2006/table">
            <a:tbl>
              <a:tblPr>
                <a:noFill/>
                <a:tableStyleId>{6411300F-7437-4E6A-BB55-BAD862B316EB}</a:tableStyleId>
              </a:tblPr>
              <a:tblGrid>
                <a:gridCol w="800550"/>
                <a:gridCol w="1501550"/>
                <a:gridCol w="1356075"/>
                <a:gridCol w="963800"/>
                <a:gridCol w="615475"/>
                <a:gridCol w="779450"/>
                <a:gridCol w="2282475"/>
              </a:tblGrid>
              <a:tr h="415400">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Category</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Application/Domain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Task/Activity Description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 Unplanned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Actual</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Remarks</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59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Operations &amp; Maintenance</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82600" rtl="0" algn="l">
                        <a:lnSpc>
                          <a:spcPct val="973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Maintenance (Not Reflected in Service Desk)</a:t>
                      </a:r>
                      <a:endParaRPr sz="800" u="none" cap="none" strike="noStrike">
                        <a:latin typeface="Montserrat"/>
                        <a:ea typeface="Montserrat"/>
                        <a:cs typeface="Montserrat"/>
                        <a:sym typeface="Montserrat"/>
                      </a:endParaRPr>
                    </a:p>
                  </a:txBody>
                  <a:tcPr marT="652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Team Meetings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3.00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3.00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986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Daily Huddle, Weekly Reporting, Weekly Meeting</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Others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Admin Work</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Update of Productivity Log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Productivity Log</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Others</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Admin Work</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508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Documentation/Status Reports/Meetings</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7.00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7.00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5582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Data Dictionary / RTM for all modules</a:t>
                      </a:r>
                      <a:endParaRPr sz="800" u="none" cap="none" strike="noStrike">
                        <a:latin typeface="Montserrat"/>
                        <a:ea typeface="Montserrat"/>
                        <a:cs typeface="Montserrat"/>
                        <a:sym typeface="Montserrat"/>
                      </a:endParaRPr>
                    </a:p>
                  </a:txBody>
                  <a:tcPr marT="123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Others</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Training</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Training (Functional)</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Claude API</a:t>
                      </a:r>
                      <a:endParaRPr sz="800" u="none" cap="none" strike="noStrike">
                        <a:latin typeface="Montserrat"/>
                        <a:ea typeface="Montserrat"/>
                        <a:cs typeface="Montserrat"/>
                        <a:sym typeface="Montserrat"/>
                      </a:endParaRPr>
                    </a:p>
                  </a:txBody>
                  <a:tcPr marT="638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Project</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18571"/>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a:t>
                      </a:r>
                      <a:endParaRPr sz="800" u="none" cap="none" strike="noStrike">
                        <a:latin typeface="Montserrat"/>
                        <a:ea typeface="Montserrat"/>
                        <a:cs typeface="Montserrat"/>
                        <a:sym typeface="Montserrat"/>
                      </a:endParaRPr>
                    </a:p>
                    <a:p>
                      <a:pPr indent="0" lvl="0" marL="50800" marR="0" rtl="0" algn="l">
                        <a:lnSpc>
                          <a:spcPct val="118571"/>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Expenses Revamp</a:t>
                      </a:r>
                      <a:endParaRPr sz="800" u="none" cap="none" strike="noStrike">
                        <a:latin typeface="Montserrat"/>
                        <a:ea typeface="Montserrat"/>
                        <a:cs typeface="Montserrat"/>
                        <a:sym typeface="Montserrat"/>
                      </a:endParaRPr>
                    </a:p>
                  </a:txBody>
                  <a:tcPr marT="47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Testing: Bug Fixing</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8.00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8.00</a:t>
                      </a:r>
                      <a:endParaRPr sz="800" u="none" cap="none" strike="noStrike">
                        <a:latin typeface="Montserrat"/>
                        <a:ea typeface="Montserrat"/>
                        <a:cs typeface="Montserrat"/>
                        <a:sym typeface="Montserrat"/>
                      </a:endParaRPr>
                    </a:p>
                  </a:txBody>
                  <a:tcPr marT="628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29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UAT testing — fixing issue logs and support</a:t>
                      </a:r>
                      <a:endParaRPr sz="800" u="none" cap="none" strike="noStrike">
                        <a:latin typeface="Montserrat"/>
                        <a:ea typeface="Montserrat"/>
                        <a:cs typeface="Montserrat"/>
                        <a:sym typeface="Montserrat"/>
                      </a:endParaRPr>
                    </a:p>
                  </a:txBody>
                  <a:tcPr marT="109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 [Web Revamp]</a:t>
                      </a:r>
                      <a:endParaRPr sz="800" u="none" cap="none" strike="noStrike">
                        <a:latin typeface="Montserrat"/>
                        <a:ea typeface="Montserrat"/>
                        <a:cs typeface="Montserrat"/>
                        <a:sym typeface="Montserrat"/>
                      </a:endParaRPr>
                    </a:p>
                    <a:p>
                      <a:pPr indent="0" lvl="0" marL="50800" marR="0" rtl="0" algn="l">
                        <a:lnSpc>
                          <a:spcPct val="113809"/>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FSP Mapping</a:t>
                      </a:r>
                      <a:endParaRPr sz="800" u="none" cap="none" strike="noStrike">
                        <a:latin typeface="Montserrat"/>
                        <a:ea typeface="Montserrat"/>
                        <a:cs typeface="Montserrat"/>
                        <a:sym typeface="Montserrat"/>
                      </a:endParaRPr>
                    </a:p>
                  </a:txBody>
                  <a:tcPr marT="690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8001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Implementation: Documentation</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633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38442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Technical &amp; Functional Documentation Meeting</a:t>
                      </a:r>
                      <a:endParaRPr sz="800" u="none" cap="none" strike="noStrike">
                        <a:latin typeface="Montserrat"/>
                        <a:ea typeface="Montserrat"/>
                        <a:cs typeface="Montserrat"/>
                        <a:sym typeface="Montserrat"/>
                      </a:endParaRPr>
                    </a:p>
                  </a:txBody>
                  <a:tcPr marT="119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495300"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 [Web Revamp]</a:t>
                      </a:r>
                      <a:endParaRPr sz="800" u="none" cap="none" strike="noStrike">
                        <a:latin typeface="Montserrat"/>
                        <a:ea typeface="Montserrat"/>
                        <a:cs typeface="Montserrat"/>
                        <a:sym typeface="Montserrat"/>
                      </a:endParaRPr>
                    </a:p>
                    <a:p>
                      <a:pPr indent="0" lvl="0" marL="50800" marR="0" rtl="0" algn="l">
                        <a:lnSpc>
                          <a:spcPct val="112857"/>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FSP Mapping</a:t>
                      </a:r>
                      <a:endParaRPr sz="800" u="none" cap="none" strike="noStrike">
                        <a:latin typeface="Montserrat"/>
                        <a:ea typeface="Montserrat"/>
                        <a:cs typeface="Montserrat"/>
                        <a:sym typeface="Montserrat"/>
                      </a:endParaRPr>
                    </a:p>
                  </a:txBody>
                  <a:tcPr marT="686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Testing: Test Case Creation</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10.00</a:t>
                      </a:r>
                      <a:endParaRPr sz="800" u="none" cap="none" strike="noStrike">
                        <a:latin typeface="Montserrat"/>
                        <a:ea typeface="Montserrat"/>
                        <a:cs typeface="Montserrat"/>
                        <a:sym typeface="Montserrat"/>
                      </a:endParaRPr>
                    </a:p>
                  </a:txBody>
                  <a:tcPr marT="6430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2978" rtl="0" algn="l">
                        <a:lnSpc>
                          <a:spcPct val="117142"/>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Test Case creation of FSP Mapping and compare with SFA</a:t>
                      </a:r>
                      <a:endParaRPr sz="800" u="none" cap="none" strike="noStrike">
                        <a:latin typeface="Montserrat"/>
                        <a:ea typeface="Montserrat"/>
                        <a:cs typeface="Montserrat"/>
                        <a:sym typeface="Montserrat"/>
                      </a:endParaRPr>
                    </a:p>
                  </a:txBody>
                  <a:tcPr marT="114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p25"/>
          <p:cNvSpPr txBox="1"/>
          <p:nvPr>
            <p:ph type="title"/>
          </p:nvPr>
        </p:nvSpPr>
        <p:spPr>
          <a:xfrm>
            <a:off x="261250" y="169515"/>
            <a:ext cx="8496300" cy="3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600"/>
              <a:t>Part 1.3: Weekly Planned vs Actual Analysis</a:t>
            </a:r>
            <a:endParaRPr sz="1600"/>
          </a:p>
        </p:txBody>
      </p:sp>
      <p:sp>
        <p:nvSpPr>
          <p:cNvPr id="197" name="Google Shape;197;p25"/>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graphicFrame>
        <p:nvGraphicFramePr>
          <p:cNvPr id="198" name="Google Shape;198;p25"/>
          <p:cNvGraphicFramePr/>
          <p:nvPr/>
        </p:nvGraphicFramePr>
        <p:xfrm>
          <a:off x="348338" y="935800"/>
          <a:ext cx="3000000" cy="3000000"/>
        </p:xfrm>
        <a:graphic>
          <a:graphicData uri="http://schemas.openxmlformats.org/drawingml/2006/table">
            <a:tbl>
              <a:tblPr>
                <a:noFill/>
                <a:tableStyleId>{6411300F-7437-4E6A-BB55-BAD862B316EB}</a:tableStyleId>
              </a:tblPr>
              <a:tblGrid>
                <a:gridCol w="963825"/>
                <a:gridCol w="1299850"/>
                <a:gridCol w="1702225"/>
                <a:gridCol w="1037150"/>
                <a:gridCol w="871175"/>
                <a:gridCol w="750575"/>
                <a:gridCol w="1697325"/>
              </a:tblGrid>
              <a:tr h="415400">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Category</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000000"/>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Application/Domain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Task/Activity Description</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 Unplanned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Planned</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Actual</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CCCCCC"/>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ctr">
                        <a:lnSpc>
                          <a:spcPct val="115000"/>
                        </a:lnSpc>
                        <a:spcBef>
                          <a:spcPts val="0"/>
                        </a:spcBef>
                        <a:spcAft>
                          <a:spcPts val="0"/>
                        </a:spcAft>
                        <a:buClr>
                          <a:srgbClr val="000000"/>
                        </a:buClr>
                        <a:buSzPts val="900"/>
                        <a:buFont typeface="Arial"/>
                        <a:buNone/>
                      </a:pPr>
                      <a:r>
                        <a:rPr b="1" lang="en" sz="900" u="none" cap="none" strike="noStrike">
                          <a:latin typeface="Montserrat"/>
                          <a:ea typeface="Montserrat"/>
                          <a:cs typeface="Montserrat"/>
                          <a:sym typeface="Montserrat"/>
                        </a:rPr>
                        <a:t>Remarks</a:t>
                      </a:r>
                      <a:endParaRPr b="1" sz="900" u="none" cap="none" strike="noStrike">
                        <a:latin typeface="Montserrat"/>
                        <a:ea typeface="Montserrat"/>
                        <a:cs typeface="Montserrat"/>
                        <a:sym typeface="Montserrat"/>
                      </a:endParaRPr>
                    </a:p>
                  </a:txBody>
                  <a:tcPr marT="19050" marB="19050" marR="28575" marL="28575" anchor="ctr">
                    <a:lnL cap="flat" cmpd="sng" w="10575">
                      <a:solidFill>
                        <a:srgbClr val="CCCCCC"/>
                      </a:solidFill>
                      <a:prstDash val="solid"/>
                      <a:round/>
                      <a:headEnd len="sm" w="sm" type="none"/>
                      <a:tailEnd len="sm" w="sm" type="none"/>
                    </a:lnL>
                    <a:lnR cap="flat" cmpd="sng" w="10575">
                      <a:solidFill>
                        <a:srgbClr val="000000"/>
                      </a:solidFill>
                      <a:prstDash val="solid"/>
                      <a:round/>
                      <a:headEnd len="sm" w="sm" type="none"/>
                      <a:tailEnd len="sm" w="sm" type="none"/>
                    </a:lnR>
                    <a:lnT cap="flat" cmpd="sng" w="1057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36707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12857"/>
                        </a:lnSpc>
                        <a:spcBef>
                          <a:spcPts val="0"/>
                        </a:spcBef>
                        <a:spcAft>
                          <a:spcPts val="0"/>
                        </a:spcAft>
                        <a:buClr>
                          <a:srgbClr val="000000"/>
                        </a:buClr>
                        <a:buSzPts val="1100"/>
                        <a:buFont typeface="Arial"/>
                        <a:buNone/>
                      </a:pPr>
                      <a:r>
                        <a:rPr lang="en" sz="800" u="none" cap="none" strike="noStrike">
                          <a:solidFill>
                            <a:srgbClr val="1F1F1F"/>
                          </a:solidFill>
                          <a:latin typeface="Montserrat"/>
                          <a:ea typeface="Montserrat"/>
                          <a:cs typeface="Montserrat"/>
                          <a:sym typeface="Montserrat"/>
                        </a:rPr>
                        <a:t>[SFA-Web] [Web Revamp] Customer Bank Accs</a:t>
                      </a:r>
                      <a:endParaRPr sz="800" u="none" cap="none" strike="noStrike">
                        <a:solidFill>
                          <a:srgbClr val="1F1F1F"/>
                        </a:solidFill>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3175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Deployment: Environment Setup</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5582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Set up main branch and create merge req for Customer Bank Accounts</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502325">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12857"/>
                        </a:lnSpc>
                        <a:spcBef>
                          <a:spcPts val="0"/>
                        </a:spcBef>
                        <a:spcAft>
                          <a:spcPts val="0"/>
                        </a:spcAft>
                        <a:buClr>
                          <a:srgbClr val="000000"/>
                        </a:buClr>
                        <a:buSzPts val="1100"/>
                        <a:buFont typeface="Arial"/>
                        <a:buNone/>
                      </a:pPr>
                      <a:r>
                        <a:rPr lang="en" sz="800" u="none" cap="none" strike="noStrike">
                          <a:solidFill>
                            <a:srgbClr val="1F1F1F"/>
                          </a:solidFill>
                          <a:latin typeface="Montserrat"/>
                          <a:ea typeface="Montserrat"/>
                          <a:cs typeface="Montserrat"/>
                          <a:sym typeface="Montserrat"/>
                        </a:rPr>
                        <a:t>[SFA-Web] [Web Revamp] Customer Bank Accs</a:t>
                      </a:r>
                      <a:endParaRPr sz="800" u="none" cap="none" strike="noStrike">
                        <a:solidFill>
                          <a:srgbClr val="1F1F1F"/>
                        </a:solidFill>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8001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Implementation: Documentation</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1.00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2.00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212978"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Customer Bank Accounts MOP Creation</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1270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Major Enhancements</a:t>
                      </a:r>
                      <a:endParaRPr sz="800" u="none" cap="none" strike="noStrike">
                        <a:latin typeface="Montserrat"/>
                        <a:ea typeface="Montserrat"/>
                        <a:cs typeface="Montserrat"/>
                        <a:sym typeface="Montserrat"/>
                      </a:endParaRPr>
                    </a:p>
                  </a:txBody>
                  <a:tcPr marT="766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495300" rtl="0" algn="l">
                        <a:lnSpc>
                          <a:spcPct val="11619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[SFA-Web] [Web Revamp]</a:t>
                      </a:r>
                      <a:endParaRPr sz="800" u="none" cap="none" strike="noStrike">
                        <a:latin typeface="Montserrat"/>
                        <a:ea typeface="Montserrat"/>
                        <a:cs typeface="Montserrat"/>
                        <a:sym typeface="Montserrat"/>
                      </a:endParaRPr>
                    </a:p>
                    <a:p>
                      <a:pPr indent="0" lvl="0" marL="50800" marR="0" rtl="0" algn="l">
                        <a:lnSpc>
                          <a:spcPct val="112857"/>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MCP Report</a:t>
                      </a:r>
                      <a:endParaRPr sz="800" u="none" cap="none" strike="noStrike">
                        <a:latin typeface="Montserrat"/>
                        <a:ea typeface="Montserrat"/>
                        <a:cs typeface="Montserrat"/>
                        <a:sym typeface="Montserrat"/>
                      </a:endParaRPr>
                    </a:p>
                  </a:txBody>
                  <a:tcPr marT="1857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Planning: Analysis</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Planned</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9.00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9.00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800"/>
                        <a:buFont typeface="Arial"/>
                        <a:buNone/>
                      </a:pPr>
                      <a:r>
                        <a:rPr lang="en" sz="800" u="none" cap="none" strike="noStrike">
                          <a:solidFill>
                            <a:srgbClr val="1F1F1F"/>
                          </a:solidFill>
                          <a:latin typeface="Montserrat"/>
                          <a:ea typeface="Montserrat"/>
                          <a:cs typeface="Montserrat"/>
                          <a:sym typeface="Montserrat"/>
                        </a:rPr>
                        <a:t>Code review in SFA</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r h="288100">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1F1F1F"/>
                          </a:solidFill>
                          <a:latin typeface="Montserrat"/>
                          <a:ea typeface="Montserrat"/>
                          <a:cs typeface="Montserrat"/>
                          <a:sym typeface="Montserrat"/>
                        </a:rPr>
                        <a:t>Total:</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1F1F1F"/>
                          </a:solidFill>
                          <a:latin typeface="Montserrat"/>
                          <a:ea typeface="Montserrat"/>
                          <a:cs typeface="Montserrat"/>
                          <a:sym typeface="Montserrat"/>
                        </a:rPr>
                        <a:t>45.00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l">
                        <a:lnSpc>
                          <a:spcPct val="100000"/>
                        </a:lnSpc>
                        <a:spcBef>
                          <a:spcPts val="10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p>
                      <a:pPr indent="0" lvl="0" marL="0" marR="0" rtl="0" algn="ctr">
                        <a:lnSpc>
                          <a:spcPct val="100000"/>
                        </a:lnSpc>
                        <a:spcBef>
                          <a:spcPts val="0"/>
                        </a:spcBef>
                        <a:spcAft>
                          <a:spcPts val="0"/>
                        </a:spcAft>
                        <a:buClr>
                          <a:srgbClr val="000000"/>
                        </a:buClr>
                        <a:buSzPts val="800"/>
                        <a:buFont typeface="Arial"/>
                        <a:buNone/>
                      </a:pPr>
                      <a:r>
                        <a:rPr b="1" lang="en" sz="800" u="none" cap="none" strike="noStrike">
                          <a:solidFill>
                            <a:srgbClr val="1F1F1F"/>
                          </a:solidFill>
                          <a:latin typeface="Montserrat"/>
                          <a:ea typeface="Montserrat"/>
                          <a:cs typeface="Montserrat"/>
                          <a:sym typeface="Montserrat"/>
                        </a:rPr>
                        <a:t>45.00</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800"/>
                        <a:buFont typeface="Arial"/>
                        <a:buNone/>
                      </a:pPr>
                      <a:r>
                        <a:t/>
                      </a:r>
                      <a:endParaRPr sz="8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26"/>
          <p:cNvSpPr txBox="1"/>
          <p:nvPr>
            <p:ph type="title"/>
          </p:nvPr>
        </p:nvSpPr>
        <p:spPr>
          <a:xfrm>
            <a:off x="261250" y="169515"/>
            <a:ext cx="8496300" cy="39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1600"/>
              <a:t>Part 1.3: Weekly Planned vs Actual Analysis</a:t>
            </a:r>
            <a:endParaRPr sz="1600"/>
          </a:p>
        </p:txBody>
      </p:sp>
      <p:sp>
        <p:nvSpPr>
          <p:cNvPr id="204" name="Google Shape;204;p26"/>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sp>
        <p:nvSpPr>
          <p:cNvPr id="205" name="Google Shape;205;p26"/>
          <p:cNvSpPr txBox="1"/>
          <p:nvPr/>
        </p:nvSpPr>
        <p:spPr>
          <a:xfrm>
            <a:off x="384625" y="729475"/>
            <a:ext cx="8373000" cy="3592500"/>
          </a:xfrm>
          <a:prstGeom prst="rect">
            <a:avLst/>
          </a:prstGeom>
          <a:noFill/>
          <a:ln>
            <a:noFill/>
          </a:ln>
        </p:spPr>
        <p:txBody>
          <a:bodyPr anchorCtr="0" anchor="t" bIns="91425" lIns="91425" spcFirstLastPara="1" rIns="91425" wrap="square" tIns="91425">
            <a:spAutoFit/>
          </a:bodyPr>
          <a:lstStyle/>
          <a:p>
            <a:pPr indent="457200" lvl="0" marL="0" marR="0" rtl="0" algn="l">
              <a:lnSpc>
                <a:spcPct val="115000"/>
              </a:lnSpc>
              <a:spcBef>
                <a:spcPts val="1200"/>
              </a:spcBef>
              <a:spcAft>
                <a:spcPts val="0"/>
              </a:spcAft>
              <a:buClr>
                <a:schemeClr val="dk1"/>
              </a:buClr>
              <a:buSzPts val="1100"/>
              <a:buFont typeface="Arial"/>
              <a:buNone/>
            </a:pPr>
            <a:r>
              <a:rPr b="0" i="0" lang="en" sz="1200" u="none" cap="none" strike="noStrike">
                <a:solidFill>
                  <a:srgbClr val="12284C"/>
                </a:solidFill>
                <a:latin typeface="Montserrat"/>
                <a:ea typeface="Montserrat"/>
                <a:cs typeface="Montserrat"/>
                <a:sym typeface="Montserrat"/>
              </a:rPr>
              <a:t>The weekly analysis shows the total actual time spent matched the planned budget exactly at 45.00 hours, yielding a zero net variance. All work items were planned — no unplanned activities surfaced during the week.</a:t>
            </a:r>
            <a:endParaRPr b="0" i="0" sz="1200" u="none" cap="none" strike="noStrike">
              <a:solidFill>
                <a:srgbClr val="12284C"/>
              </a:solidFill>
              <a:latin typeface="Montserrat"/>
              <a:ea typeface="Montserrat"/>
              <a:cs typeface="Montserrat"/>
              <a:sym typeface="Montserrat"/>
            </a:endParaRPr>
          </a:p>
          <a:p>
            <a:pPr indent="457200" lvl="0" marL="0" marR="0" rtl="0" algn="l">
              <a:lnSpc>
                <a:spcPct val="115000"/>
              </a:lnSpc>
              <a:spcBef>
                <a:spcPts val="1200"/>
              </a:spcBef>
              <a:spcAft>
                <a:spcPts val="0"/>
              </a:spcAft>
              <a:buClr>
                <a:schemeClr val="dk1"/>
              </a:buClr>
              <a:buSzPts val="1100"/>
              <a:buFont typeface="Arial"/>
              <a:buNone/>
            </a:pPr>
            <a:r>
              <a:rPr b="0" i="0" lang="en" sz="1200" u="none" cap="none" strike="noStrike">
                <a:solidFill>
                  <a:srgbClr val="12284C"/>
                </a:solidFill>
                <a:latin typeface="Montserrat"/>
                <a:ea typeface="Montserrat"/>
                <a:cs typeface="Montserrat"/>
                <a:sym typeface="Montserrat"/>
              </a:rPr>
              <a:t>Major Enhancements drove the largest share of effort. FSP Mapping consumed 12.00 hours across Implementation: Documentation (technical &amp; functional documentation meetings) and Testing: Test Case Creation, finishing exactly on plan. </a:t>
            </a:r>
            <a:endParaRPr b="0" i="0" sz="1200" u="none" cap="none" strike="noStrike">
              <a:solidFill>
                <a:srgbClr val="12284C"/>
              </a:solidFill>
              <a:latin typeface="Montserrat"/>
              <a:ea typeface="Montserrat"/>
              <a:cs typeface="Montserrat"/>
              <a:sym typeface="Montserrat"/>
            </a:endParaRPr>
          </a:p>
          <a:p>
            <a:pPr indent="457200" lvl="0" marL="0" marR="0" rtl="0" algn="l">
              <a:lnSpc>
                <a:spcPct val="115000"/>
              </a:lnSpc>
              <a:spcBef>
                <a:spcPts val="1200"/>
              </a:spcBef>
              <a:spcAft>
                <a:spcPts val="0"/>
              </a:spcAft>
              <a:buClr>
                <a:schemeClr val="dk1"/>
              </a:buClr>
              <a:buSzPts val="1100"/>
              <a:buFont typeface="Arial"/>
              <a:buNone/>
            </a:pPr>
            <a:r>
              <a:rPr b="0" i="0" lang="en" sz="1200" u="none" cap="none" strike="noStrike">
                <a:solidFill>
                  <a:srgbClr val="12284C"/>
                </a:solidFill>
                <a:latin typeface="Montserrat"/>
                <a:ea typeface="Montserrat"/>
                <a:cs typeface="Montserrat"/>
                <a:sym typeface="Montserrat"/>
              </a:rPr>
              <a:t>The [SFA-Web] Expenses Revamp Testing: Bug Fixing track absorbed 8.00 hours on UAT testing — fixing issue logs and supporting users — landing exactly on its planned budget. Documentation work under Others (Data Dictionary and RTM for all modules) consumed the planned 7.00 hours, and Training (Functional) on Claude API completed within its 2.00-hour allotment.</a:t>
            </a:r>
            <a:endParaRPr b="0" i="0" sz="1200" u="none" cap="none" strike="noStrike">
              <a:solidFill>
                <a:srgbClr val="12284C"/>
              </a:solidFill>
              <a:latin typeface="Montserrat"/>
              <a:ea typeface="Montserrat"/>
              <a:cs typeface="Montserrat"/>
              <a:sym typeface="Montserrat"/>
            </a:endParaRPr>
          </a:p>
          <a:p>
            <a:pPr indent="457200" lvl="0" marL="0" marR="0" rtl="0" algn="l">
              <a:lnSpc>
                <a:spcPct val="115000"/>
              </a:lnSpc>
              <a:spcBef>
                <a:spcPts val="1200"/>
              </a:spcBef>
              <a:spcAft>
                <a:spcPts val="1200"/>
              </a:spcAft>
              <a:buClr>
                <a:srgbClr val="000000"/>
              </a:buClr>
              <a:buSzPts val="1200"/>
              <a:buFont typeface="Arial"/>
              <a:buNone/>
            </a:pPr>
            <a:r>
              <a:rPr b="0" i="0" lang="en" sz="1200" u="none" cap="none" strike="noStrike">
                <a:solidFill>
                  <a:srgbClr val="12284C"/>
                </a:solidFill>
                <a:latin typeface="Montserrat"/>
                <a:ea typeface="Montserrat"/>
                <a:cs typeface="Montserrat"/>
                <a:sym typeface="Montserrat"/>
              </a:rPr>
              <a:t>A minor reshuffle occurred within Collection Receiving: Deployment Environment Setup under-spent by 1.00 hour (2.00 planned vs 1.00 actual) while Implementation: Documentation (Customer Bank Accounts MOP Creation) over-spent by 1.00 hour (1.00 planned vs 2.00 actual). Net effect on the Collection Receiving track was zero. Team Meetings and Productivity Log updates closed on plan.</a:t>
            </a:r>
            <a:endParaRPr b="0" i="0" sz="1200" u="none" cap="none" strike="noStrike">
              <a:solidFill>
                <a:srgbClr val="12284C"/>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27"/>
          <p:cNvSpPr txBox="1"/>
          <p:nvPr>
            <p:ph type="title"/>
          </p:nvPr>
        </p:nvSpPr>
        <p:spPr>
          <a:xfrm>
            <a:off x="249100" y="183174"/>
            <a:ext cx="8520600" cy="52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089"/>
              <a:t>Part 2.1: Project Progress Update</a:t>
            </a:r>
            <a:endParaRPr sz="2089"/>
          </a:p>
        </p:txBody>
      </p:sp>
      <p:graphicFrame>
        <p:nvGraphicFramePr>
          <p:cNvPr id="211" name="Google Shape;211;p27"/>
          <p:cNvGraphicFramePr/>
          <p:nvPr/>
        </p:nvGraphicFramePr>
        <p:xfrm>
          <a:off x="357525" y="706375"/>
          <a:ext cx="3000000" cy="3000000"/>
        </p:xfrm>
        <a:graphic>
          <a:graphicData uri="http://schemas.openxmlformats.org/drawingml/2006/table">
            <a:tbl>
              <a:tblPr>
                <a:noFill/>
                <a:tableStyleId>{4384CA98-9B56-47AB-B85A-4C290D415891}</a:tableStyleId>
              </a:tblPr>
              <a:tblGrid>
                <a:gridCol w="1480775"/>
                <a:gridCol w="3696275"/>
                <a:gridCol w="2049825"/>
                <a:gridCol w="1185325"/>
              </a:tblGrid>
              <a:tr h="182600">
                <a:tc>
                  <a:txBody>
                    <a:bodyPr/>
                    <a:lstStyle/>
                    <a:p>
                      <a:pPr indent="0" lvl="0" marL="50800" marR="0" rtl="0" algn="l">
                        <a:lnSpc>
                          <a:spcPct val="100000"/>
                        </a:lnSpc>
                        <a:spcBef>
                          <a:spcPts val="0"/>
                        </a:spcBef>
                        <a:spcAft>
                          <a:spcPts val="0"/>
                        </a:spcAft>
                        <a:buClr>
                          <a:srgbClr val="000000"/>
                        </a:buClr>
                        <a:buSzPts val="1100"/>
                        <a:buFont typeface="Arial"/>
                        <a:buNone/>
                      </a:pPr>
                      <a:r>
                        <a:rPr b="1" lang="en" sz="1100" u="none" cap="none" strike="noStrike">
                          <a:solidFill>
                            <a:srgbClr val="1F1F1F"/>
                          </a:solidFill>
                          <a:latin typeface="Montserrat"/>
                          <a:ea typeface="Montserrat"/>
                          <a:cs typeface="Montserrat"/>
                          <a:sym typeface="Montserrat"/>
                        </a:rPr>
                        <a:t>Project Name: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Clr>
                          <a:srgbClr val="000000"/>
                        </a:buClr>
                        <a:buSzPts val="1100"/>
                        <a:buFont typeface="Arial"/>
                        <a:buNone/>
                      </a:pPr>
                      <a:r>
                        <a:rPr b="1" lang="en" sz="1100" u="none" cap="none" strike="noStrike">
                          <a:solidFill>
                            <a:srgbClr val="1F1F1F"/>
                          </a:solidFill>
                          <a:latin typeface="Montserrat"/>
                          <a:ea typeface="Montserrat"/>
                          <a:cs typeface="Montserrat"/>
                          <a:sym typeface="Montserrat"/>
                        </a:rPr>
                        <a:t>[SFA-Web] [Web Revamp] FSP Mapping</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Clr>
                          <a:srgbClr val="000000"/>
                        </a:buClr>
                        <a:buSzPts val="1100"/>
                        <a:buFont typeface="Arial"/>
                        <a:buNone/>
                      </a:pPr>
                      <a:r>
                        <a:rPr b="1" lang="en" sz="1100" u="none" cap="none" strike="noStrike">
                          <a:solidFill>
                            <a:srgbClr val="1F1F1F"/>
                          </a:solidFill>
                          <a:latin typeface="Montserrat"/>
                          <a:ea typeface="Montserrat"/>
                          <a:cs typeface="Montserrat"/>
                          <a:sym typeface="Montserrat"/>
                        </a:rPr>
                        <a:t>Planned Start Date:</a:t>
                      </a:r>
                      <a:endParaRPr sz="1100" u="none" cap="none" strike="noStrike">
                        <a:latin typeface="Montserrat"/>
                        <a:ea typeface="Montserrat"/>
                        <a:cs typeface="Montserrat"/>
                        <a:sym typeface="Montserrat"/>
                      </a:endParaRPr>
                    </a:p>
                  </a:txBody>
                  <a:tcPr marT="676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Montserrat"/>
                          <a:ea typeface="Montserrat"/>
                          <a:cs typeface="Montserrat"/>
                          <a:sym typeface="Montserrat"/>
                        </a:rPr>
                        <a:t>04/06/2026</a:t>
                      </a:r>
                      <a:endParaRPr sz="1200" u="none" cap="none" strike="noStrike">
                        <a:latin typeface="Montserrat"/>
                        <a:ea typeface="Montserrat"/>
                        <a:cs typeface="Montserrat"/>
                        <a:sym typeface="Montserrat"/>
                      </a:endParaRPr>
                    </a:p>
                  </a:txBody>
                  <a:tcPr marT="18275" marB="18275" marR="45700" marL="45700"/>
                </a:tc>
              </a:tr>
              <a:tr h="182600">
                <a:tc>
                  <a:txBody>
                    <a:bodyPr/>
                    <a:lstStyle/>
                    <a:p>
                      <a:pPr indent="0" lvl="0" marL="50800" marR="0" rtl="0" algn="l">
                        <a:lnSpc>
                          <a:spcPct val="100000"/>
                        </a:lnSpc>
                        <a:spcBef>
                          <a:spcPts val="0"/>
                        </a:spcBef>
                        <a:spcAft>
                          <a:spcPts val="0"/>
                        </a:spcAft>
                        <a:buClr>
                          <a:srgbClr val="000000"/>
                        </a:buClr>
                        <a:buSzPts val="1000"/>
                        <a:buFont typeface="Arial"/>
                        <a:buNone/>
                      </a:pPr>
                      <a:r>
                        <a:rPr b="1" lang="en" sz="1000" u="none" cap="none" strike="noStrike">
                          <a:solidFill>
                            <a:srgbClr val="1F1F1F"/>
                          </a:solidFill>
                          <a:latin typeface="Montserrat"/>
                          <a:ea typeface="Montserrat"/>
                          <a:cs typeface="Montserrat"/>
                          <a:sym typeface="Montserrat"/>
                        </a:rPr>
                        <a:t>Description:</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88900" rtl="0" algn="l">
                        <a:lnSpc>
                          <a:spcPct val="115555"/>
                        </a:lnSpc>
                        <a:spcBef>
                          <a:spcPts val="0"/>
                        </a:spcBef>
                        <a:spcAft>
                          <a:spcPts val="0"/>
                        </a:spcAft>
                        <a:buClr>
                          <a:srgbClr val="000000"/>
                        </a:buClr>
                        <a:buSzPts val="1000"/>
                        <a:buFont typeface="Arial"/>
                        <a:buNone/>
                      </a:pPr>
                      <a:r>
                        <a:rPr lang="en" sz="1000" u="none" cap="none" strike="noStrike">
                          <a:solidFill>
                            <a:srgbClr val="1F1F1F"/>
                          </a:solidFill>
                          <a:latin typeface="Montserrat"/>
                          <a:ea typeface="Montserrat"/>
                          <a:cs typeface="Montserrat"/>
                          <a:sym typeface="Montserrat"/>
                        </a:rPr>
                        <a:t>Implementation Documentation &amp; Test Case Creation for FSP Mapping</a:t>
                      </a:r>
                      <a:endParaRPr sz="1000" u="none" cap="none" strike="noStrike">
                        <a:latin typeface="Montserrat"/>
                        <a:ea typeface="Montserrat"/>
                        <a:cs typeface="Montserrat"/>
                        <a:sym typeface="Montserrat"/>
                      </a:endParaRPr>
                    </a:p>
                  </a:txBody>
                  <a:tcPr marT="27625"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50800" marR="0" rtl="0" algn="l">
                        <a:lnSpc>
                          <a:spcPct val="100000"/>
                        </a:lnSpc>
                        <a:spcBef>
                          <a:spcPts val="0"/>
                        </a:spcBef>
                        <a:spcAft>
                          <a:spcPts val="0"/>
                        </a:spcAft>
                        <a:buClr>
                          <a:srgbClr val="000000"/>
                        </a:buClr>
                        <a:buSzPts val="1000"/>
                        <a:buFont typeface="Arial"/>
                        <a:buNone/>
                      </a:pPr>
                      <a:r>
                        <a:rPr b="1" lang="en" sz="1000" u="none" cap="none" strike="noStrike">
                          <a:solidFill>
                            <a:srgbClr val="1F1F1F"/>
                          </a:solidFill>
                          <a:latin typeface="Montserrat"/>
                          <a:ea typeface="Montserrat"/>
                          <a:cs typeface="Montserrat"/>
                          <a:sym typeface="Montserrat"/>
                        </a:rPr>
                        <a:t>Planned Finish Date:</a:t>
                      </a:r>
                      <a:endParaRPr sz="1000" u="none" cap="none" strike="noStrike">
                        <a:latin typeface="Montserrat"/>
                        <a:ea typeface="Montserrat"/>
                        <a:cs typeface="Montserrat"/>
                        <a:sym typeface="Montserrat"/>
                      </a:endParaRPr>
                    </a:p>
                  </a:txBody>
                  <a:tcPr marT="91925" marB="0" marR="0" marL="0">
                    <a:lnL cap="flat" cmpd="sng" w="9525">
                      <a:solidFill>
                        <a:srgbClr val="000000"/>
                      </a:solidFill>
                      <a:prstDash val="solid"/>
                      <a:round/>
                      <a:headEnd len="sm" w="sm" type="none"/>
                      <a:tailEnd len="sm" w="sm" type="none"/>
                    </a:lnL>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latin typeface="Montserrat"/>
                          <a:ea typeface="Montserrat"/>
                          <a:cs typeface="Montserrat"/>
                          <a:sym typeface="Montserrat"/>
                        </a:rPr>
                        <a:t>05/31/2026</a:t>
                      </a:r>
                      <a:endParaRPr sz="1200" u="none" cap="none" strike="noStrike">
                        <a:latin typeface="Montserrat"/>
                        <a:ea typeface="Montserrat"/>
                        <a:cs typeface="Montserrat"/>
                        <a:sym typeface="Montserrat"/>
                      </a:endParaRPr>
                    </a:p>
                  </a:txBody>
                  <a:tcPr marT="18275" marB="18275" marR="45700" marL="45700"/>
                </a:tc>
              </a:tr>
              <a:tr h="182600">
                <a:tc gridSpan="3">
                  <a:txBody>
                    <a:bodyPr/>
                    <a:lstStyle/>
                    <a:p>
                      <a:pPr indent="0" lvl="0" marL="0" marR="0" rtl="0" algn="l">
                        <a:lnSpc>
                          <a:spcPct val="100000"/>
                        </a:lnSpc>
                        <a:spcBef>
                          <a:spcPts val="0"/>
                        </a:spcBef>
                        <a:spcAft>
                          <a:spcPts val="0"/>
                        </a:spcAft>
                        <a:buClr>
                          <a:srgbClr val="000000"/>
                        </a:buClr>
                        <a:buSzPts val="1100"/>
                        <a:buFont typeface="Arial"/>
                        <a:buNone/>
                      </a:pPr>
                      <a:r>
                        <a:t/>
                      </a:r>
                      <a:endParaRPr sz="1100" u="none" cap="none" strike="noStrike">
                        <a:latin typeface="Montserrat"/>
                        <a:ea typeface="Montserrat"/>
                        <a:cs typeface="Montserrat"/>
                        <a:sym typeface="Montserrat"/>
                      </a:endParaRPr>
                    </a:p>
                    <a:p>
                      <a:pPr indent="0" lvl="0" marL="0" marR="0" rtl="0" algn="l">
                        <a:lnSpc>
                          <a:spcPct val="100000"/>
                        </a:lnSpc>
                        <a:spcBef>
                          <a:spcPts val="600"/>
                        </a:spcBef>
                        <a:spcAft>
                          <a:spcPts val="0"/>
                        </a:spcAft>
                        <a:buClr>
                          <a:srgbClr val="000000"/>
                        </a:buClr>
                        <a:buSzPts val="1100"/>
                        <a:buFont typeface="Arial"/>
                        <a:buNone/>
                      </a:pPr>
                      <a:r>
                        <a:t/>
                      </a:r>
                      <a:endParaRPr sz="1100" u="none" cap="none" strike="noStrike">
                        <a:latin typeface="Montserrat"/>
                        <a:ea typeface="Montserrat"/>
                        <a:cs typeface="Montserrat"/>
                        <a:sym typeface="Montserrat"/>
                      </a:endParaRPr>
                    </a:p>
                    <a:p>
                      <a:pPr indent="0" lvl="0" marL="50800" marR="0" rtl="0" algn="l">
                        <a:lnSpc>
                          <a:spcPct val="100000"/>
                        </a:lnSpc>
                        <a:spcBef>
                          <a:spcPts val="0"/>
                        </a:spcBef>
                        <a:spcAft>
                          <a:spcPts val="0"/>
                        </a:spcAft>
                        <a:buClr>
                          <a:srgbClr val="000000"/>
                        </a:buClr>
                        <a:buSzPts val="1100"/>
                        <a:buFont typeface="Arial"/>
                        <a:buNone/>
                      </a:pPr>
                      <a:r>
                        <a:rPr b="1" lang="en" sz="1100" u="none" cap="none" strike="noStrike">
                          <a:solidFill>
                            <a:srgbClr val="1F1F1F"/>
                          </a:solidFill>
                          <a:latin typeface="Montserrat"/>
                          <a:ea typeface="Montserrat"/>
                          <a:cs typeface="Montserrat"/>
                          <a:sym typeface="Montserrat"/>
                        </a:rPr>
                        <a:t>Planned Deliverables This Week</a:t>
                      </a:r>
                      <a:endParaRPr sz="1100" u="none" cap="none" strike="noStrike">
                        <a:latin typeface="Montserrat"/>
                        <a:ea typeface="Montserrat"/>
                        <a:cs typeface="Montserrat"/>
                        <a:sym typeface="Montserrat"/>
                      </a:endParaRPr>
                    </a:p>
                  </a:txBody>
                  <a:tcPr marT="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r h="182600">
                <a:tc gridSpan="3">
                  <a:txBody>
                    <a:bodyPr/>
                    <a:lstStyle/>
                    <a:p>
                      <a:pPr indent="0" lvl="0" marL="0" marR="0" rtl="0" algn="l">
                        <a:lnSpc>
                          <a:spcPct val="100000"/>
                        </a:lnSpc>
                        <a:spcBef>
                          <a:spcPts val="0"/>
                        </a:spcBef>
                        <a:spcAft>
                          <a:spcPts val="0"/>
                        </a:spcAft>
                        <a:buClr>
                          <a:srgbClr val="000000"/>
                        </a:buClr>
                        <a:buSzPts val="900"/>
                        <a:buFont typeface="Arial"/>
                        <a:buNone/>
                      </a:pPr>
                      <a:r>
                        <a:t/>
                      </a:r>
                      <a:endParaRPr sz="900" u="none" cap="none" strike="noStrike">
                        <a:latin typeface="Montserrat"/>
                        <a:ea typeface="Montserrat"/>
                        <a:cs typeface="Montserrat"/>
                        <a:sym typeface="Montserrat"/>
                      </a:endParaRPr>
                    </a:p>
                    <a:p>
                      <a:pPr indent="0" lvl="0" marL="50800" marR="0" rtl="0" algn="l">
                        <a:lnSpc>
                          <a:spcPct val="118750"/>
                        </a:lnSpc>
                        <a:spcBef>
                          <a:spcPts val="0"/>
                        </a:spcBef>
                        <a:spcAft>
                          <a:spcPts val="0"/>
                        </a:spcAft>
                        <a:buClr>
                          <a:srgbClr val="000000"/>
                        </a:buClr>
                        <a:buSzPts val="900"/>
                        <a:buFont typeface="Arial"/>
                        <a:buNone/>
                      </a:pPr>
                      <a:r>
                        <a:rPr lang="en" sz="900" u="none" cap="none" strike="noStrike">
                          <a:solidFill>
                            <a:srgbClr val="1F1F1F"/>
                          </a:solidFill>
                          <a:latin typeface="Montserrat"/>
                          <a:ea typeface="Montserrat"/>
                          <a:cs typeface="Montserrat"/>
                          <a:sym typeface="Montserrat"/>
                        </a:rPr>
                        <a:t>Implementation / Testing</a:t>
                      </a:r>
                      <a:endParaRPr sz="900" u="none" cap="none" strike="noStrike">
                        <a:latin typeface="Montserrat"/>
                        <a:ea typeface="Montserrat"/>
                        <a:cs typeface="Montserrat"/>
                        <a:sym typeface="Montserrat"/>
                      </a:endParaRPr>
                    </a:p>
                    <a:p>
                      <a:pPr indent="-184150" lvl="0" marL="228600" marR="0" rtl="0" algn="l">
                        <a:lnSpc>
                          <a:spcPct val="117083"/>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Implementation: Documentation — Technical Documentation Meeting</a:t>
                      </a:r>
                      <a:endParaRPr sz="900" u="none" cap="none" strike="noStrike">
                        <a:latin typeface="Montserrat"/>
                        <a:ea typeface="Montserrat"/>
                        <a:cs typeface="Montserrat"/>
                        <a:sym typeface="Montserrat"/>
                      </a:endParaRPr>
                    </a:p>
                    <a:p>
                      <a:pPr indent="-184150" lvl="0" marL="228600" marR="0" rtl="0" algn="l">
                        <a:lnSpc>
                          <a:spcPct val="117083"/>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Implementation: Documentation — Functional Documentation Meeting</a:t>
                      </a:r>
                      <a:endParaRPr sz="900" u="none" cap="none" strike="noStrike">
                        <a:latin typeface="Montserrat"/>
                        <a:ea typeface="Montserrat"/>
                        <a:cs typeface="Montserrat"/>
                        <a:sym typeface="Montserrat"/>
                      </a:endParaRPr>
                    </a:p>
                    <a:p>
                      <a:pPr indent="-184150" lvl="0" marL="228600" marR="0" rtl="0" algn="l">
                        <a:lnSpc>
                          <a:spcPct val="118750"/>
                        </a:lnSpc>
                        <a:spcBef>
                          <a:spcPts val="0"/>
                        </a:spcBef>
                        <a:spcAft>
                          <a:spcPts val="0"/>
                        </a:spcAft>
                        <a:buClr>
                          <a:srgbClr val="1F1F1F"/>
                        </a:buClr>
                        <a:buSzPts val="900"/>
                        <a:buFont typeface="Montserrat"/>
                        <a:buChar char="•"/>
                      </a:pPr>
                      <a:r>
                        <a:rPr lang="en" sz="900" u="none" cap="none" strike="noStrike">
                          <a:solidFill>
                            <a:srgbClr val="1F1F1F"/>
                          </a:solidFill>
                          <a:latin typeface="Montserrat"/>
                          <a:ea typeface="Montserrat"/>
                          <a:cs typeface="Montserrat"/>
                          <a:sym typeface="Montserrat"/>
                        </a:rPr>
                        <a:t>Testing: Test Case Creation — FSP Mapping test cases compared with SFA</a:t>
                      </a:r>
                      <a:endParaRPr sz="900" u="none" cap="none" strike="noStrike">
                        <a:latin typeface="Montserrat"/>
                        <a:ea typeface="Montserrat"/>
                        <a:cs typeface="Montserrat"/>
                        <a:sym typeface="Montserrat"/>
                      </a:endParaRPr>
                    </a:p>
                  </a:txBody>
                  <a:tcPr marT="49550" marB="0" marR="0" marL="0">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rgbClr val="FFFFFF"/>
                    </a:solidFill>
                  </a:tcPr>
                </a:tc>
                <a:tc hMerge="1"/>
                <a:tc hMerge="1"/>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Montserrat"/>
                          <a:ea typeface="Montserrat"/>
                          <a:cs typeface="Montserrat"/>
                          <a:sym typeface="Montserrat"/>
                        </a:rPr>
                        <a:t>Done</a:t>
                      </a:r>
                      <a:endParaRPr sz="1400" u="none" cap="none" strike="noStrike">
                        <a:latin typeface="Montserrat"/>
                        <a:ea typeface="Montserrat"/>
                        <a:cs typeface="Montserrat"/>
                        <a:sym typeface="Montserrat"/>
                      </a:endParaRPr>
                    </a:p>
                  </a:txBody>
                  <a:tcPr marT="18275" marB="18275" marR="45700" marL="45700">
                    <a:lnL cap="flat" cmpd="sng" w="9525">
                      <a:solidFill>
                        <a:srgbClr val="000000"/>
                      </a:solidFill>
                      <a:prstDash val="solid"/>
                      <a:round/>
                      <a:headEnd len="sm" w="sm" type="none"/>
                      <a:tailEnd len="sm" w="sm" type="none"/>
                    </a:lnL>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28"/>
          <p:cNvSpPr txBox="1"/>
          <p:nvPr>
            <p:ph type="title"/>
          </p:nvPr>
        </p:nvSpPr>
        <p:spPr>
          <a:xfrm>
            <a:off x="249100" y="183174"/>
            <a:ext cx="8520600" cy="52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089"/>
              <a:t>Part 2.2: Support Summary (Customer Requests)</a:t>
            </a:r>
            <a:endParaRPr sz="2089"/>
          </a:p>
        </p:txBody>
      </p:sp>
      <p:sp>
        <p:nvSpPr>
          <p:cNvPr id="217" name="Google Shape;217;p28"/>
          <p:cNvSpPr txBox="1"/>
          <p:nvPr/>
        </p:nvSpPr>
        <p:spPr>
          <a:xfrm>
            <a:off x="308588" y="1807450"/>
            <a:ext cx="430200" cy="492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000"/>
              <a:buFont typeface="Arial"/>
              <a:buNone/>
            </a:pPr>
            <a:r>
              <a:rPr b="0" i="0" lang="en" sz="2000" u="none" cap="none" strike="noStrike">
                <a:solidFill>
                  <a:schemeClr val="dk1"/>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 </a:t>
            </a:r>
            <a:endParaRPr b="0" i="0" sz="2000" u="none" cap="none" strike="noStrike">
              <a:solidFill>
                <a:srgbClr val="000000"/>
              </a:solidFill>
              <a:latin typeface="Arial"/>
              <a:ea typeface="Arial"/>
              <a:cs typeface="Arial"/>
              <a:sym typeface="Arial"/>
            </a:endParaRPr>
          </a:p>
        </p:txBody>
      </p:sp>
      <p:graphicFrame>
        <p:nvGraphicFramePr>
          <p:cNvPr id="218" name="Google Shape;218;p28"/>
          <p:cNvGraphicFramePr/>
          <p:nvPr/>
        </p:nvGraphicFramePr>
        <p:xfrm>
          <a:off x="371200" y="706375"/>
          <a:ext cx="3000000" cy="3000000"/>
        </p:xfrm>
        <a:graphic>
          <a:graphicData uri="http://schemas.openxmlformats.org/drawingml/2006/table">
            <a:tbl>
              <a:tblPr>
                <a:noFill/>
                <a:tableStyleId>{4384CA98-9B56-47AB-B85A-4C290D415891}</a:tableStyleId>
              </a:tblPr>
              <a:tblGrid>
                <a:gridCol w="1862000"/>
                <a:gridCol w="1394900"/>
                <a:gridCol w="840425"/>
                <a:gridCol w="711075"/>
                <a:gridCol w="676525"/>
                <a:gridCol w="1608200"/>
                <a:gridCol w="1305425"/>
              </a:tblGrid>
              <a:tr h="182600">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App/Domain</a:t>
                      </a:r>
                      <a:endParaRPr b="1"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No Of Tickets</a:t>
                      </a:r>
                      <a:endParaRPr b="1"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Montserrat"/>
                          <a:ea typeface="Montserrat"/>
                          <a:cs typeface="Montserrat"/>
                          <a:sym typeface="Montserrat"/>
                        </a:rPr>
                        <a:t>Critical</a:t>
                      </a:r>
                      <a:endParaRPr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Montserrat"/>
                          <a:ea typeface="Montserrat"/>
                          <a:cs typeface="Montserrat"/>
                          <a:sym typeface="Montserrat"/>
                        </a:rPr>
                        <a:t>Major</a:t>
                      </a:r>
                      <a:endParaRPr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lang="en" sz="1400" u="none" cap="none" strike="noStrike">
                          <a:latin typeface="Montserrat"/>
                          <a:ea typeface="Montserrat"/>
                          <a:cs typeface="Montserrat"/>
                          <a:sym typeface="Montserrat"/>
                        </a:rPr>
                        <a:t>Minor</a:t>
                      </a:r>
                      <a:endParaRPr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Resolved</a:t>
                      </a:r>
                      <a:endParaRPr b="1" sz="14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400"/>
                        <a:buFont typeface="Arial"/>
                        <a:buNone/>
                      </a:pPr>
                      <a:r>
                        <a:rPr b="1" lang="en" sz="1400" u="none" cap="none" strike="noStrike">
                          <a:latin typeface="Montserrat"/>
                          <a:ea typeface="Montserrat"/>
                          <a:cs typeface="Montserrat"/>
                          <a:sym typeface="Montserrat"/>
                        </a:rPr>
                        <a:t>Pending</a:t>
                      </a:r>
                      <a:endParaRPr b="1" sz="1400" u="none" cap="none" strike="noStrike">
                        <a:latin typeface="Montserrat"/>
                        <a:ea typeface="Montserrat"/>
                        <a:cs typeface="Montserrat"/>
                        <a:sym typeface="Montserrat"/>
                      </a:endParaRPr>
                    </a:p>
                  </a:txBody>
                  <a:tcPr marT="18275" marB="18275" marR="45700" marL="45700"/>
                </a:tc>
              </a:tr>
              <a:tr h="1826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r>
              <a:tr h="1826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r>
              <a:tr h="1826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r>
              <a:tr h="182600">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latin typeface="Montserrat"/>
                        <a:ea typeface="Montserrat"/>
                        <a:cs typeface="Montserrat"/>
                        <a:sym typeface="Montserrat"/>
                      </a:endParaRPr>
                    </a:p>
                  </a:txBody>
                  <a:tcPr marT="18275" marB="18275" marR="45700" marL="45700"/>
                </a:tc>
              </a:tr>
            </a:tbl>
          </a:graphicData>
        </a:graphic>
      </p:graphicFrame>
      <p:sp>
        <p:nvSpPr>
          <p:cNvPr id="219" name="Google Shape;219;p28"/>
          <p:cNvSpPr txBox="1"/>
          <p:nvPr>
            <p:ph type="title"/>
          </p:nvPr>
        </p:nvSpPr>
        <p:spPr>
          <a:xfrm>
            <a:off x="249100" y="2300041"/>
            <a:ext cx="8520600" cy="52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089"/>
              <a:t>Part 2.3: Key Impact Delivered This Week</a:t>
            </a:r>
            <a:endParaRPr sz="2089"/>
          </a:p>
        </p:txBody>
      </p:sp>
      <p:sp>
        <p:nvSpPr>
          <p:cNvPr id="220" name="Google Shape;220;p28"/>
          <p:cNvSpPr txBox="1"/>
          <p:nvPr/>
        </p:nvSpPr>
        <p:spPr>
          <a:xfrm>
            <a:off x="308600" y="2728350"/>
            <a:ext cx="8461200" cy="875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Montserrat"/>
              <a:ea typeface="Montserrat"/>
              <a:cs typeface="Montserrat"/>
              <a:sym typeface="Montserrat"/>
            </a:endParaRPr>
          </a:p>
        </p:txBody>
      </p:sp>
      <p:sp>
        <p:nvSpPr>
          <p:cNvPr id="221" name="Google Shape;221;p28"/>
          <p:cNvSpPr txBox="1"/>
          <p:nvPr>
            <p:ph type="title"/>
          </p:nvPr>
        </p:nvSpPr>
        <p:spPr>
          <a:xfrm>
            <a:off x="178800" y="3763116"/>
            <a:ext cx="8520600" cy="5232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990"/>
              <a:buNone/>
            </a:pPr>
            <a:r>
              <a:rPr lang="en" sz="2089"/>
              <a:t>Part 2.4: Risk/Escalation Needed</a:t>
            </a:r>
            <a:endParaRPr sz="2089"/>
          </a:p>
        </p:txBody>
      </p:sp>
      <p:sp>
        <p:nvSpPr>
          <p:cNvPr id="222" name="Google Shape;222;p28"/>
          <p:cNvSpPr txBox="1"/>
          <p:nvPr/>
        </p:nvSpPr>
        <p:spPr>
          <a:xfrm>
            <a:off x="308611" y="4187655"/>
            <a:ext cx="7584900" cy="625800"/>
          </a:xfrm>
          <a:prstGeom prst="rect">
            <a:avLst/>
          </a:prstGeom>
          <a:noFill/>
          <a:ln>
            <a:noFill/>
          </a:ln>
        </p:spPr>
        <p:txBody>
          <a:bodyPr anchorCtr="0" anchor="t" bIns="91425" lIns="91425" spcFirstLastPara="1" rIns="91425" wrap="square" tIns="91425">
            <a:noAutofit/>
          </a:bodyPr>
          <a:lstStyle/>
          <a:p>
            <a:pPr indent="-317500" lvl="0" marL="457200" marR="0" rtl="0" algn="l">
              <a:lnSpc>
                <a:spcPct val="80000"/>
              </a:lnSpc>
              <a:spcBef>
                <a:spcPts val="0"/>
              </a:spcBef>
              <a:spcAft>
                <a:spcPts val="0"/>
              </a:spcAft>
              <a:buClr>
                <a:schemeClr val="dk1"/>
              </a:buClr>
              <a:buSzPts val="1400"/>
              <a:buFont typeface="Montserrat"/>
              <a:buChar char="●"/>
            </a:pPr>
            <a:r>
              <a:t/>
            </a:r>
            <a:endParaRPr b="0" i="0" sz="1400" u="none" cap="none" strike="noStrike">
              <a:solidFill>
                <a:schemeClr val="dk1"/>
              </a:solidFill>
              <a:latin typeface="Montserrat"/>
              <a:ea typeface="Montserrat"/>
              <a:cs typeface="Montserrat"/>
              <a:sym typeface="Montserra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29"/>
          <p:cNvSpPr txBox="1"/>
          <p:nvPr>
            <p:ph idx="4294967295" type="title"/>
          </p:nvPr>
        </p:nvSpPr>
        <p:spPr>
          <a:xfrm>
            <a:off x="311700" y="1958475"/>
            <a:ext cx="8430600" cy="572700"/>
          </a:xfrm>
          <a:prstGeom prst="rect">
            <a:avLst/>
          </a:prstGeom>
          <a:noFill/>
          <a:ln>
            <a:noFill/>
          </a:ln>
        </p:spPr>
        <p:txBody>
          <a:bodyPr anchorCtr="0" anchor="t" bIns="91425" lIns="91425" spcFirstLastPara="1" rIns="91425" wrap="square" tIns="91425">
            <a:noAutofit/>
          </a:bodyPr>
          <a:lstStyle/>
          <a:p>
            <a:pPr indent="0" lvl="0" marL="0" rtl="0" algn="ctr">
              <a:lnSpc>
                <a:spcPct val="100000"/>
              </a:lnSpc>
              <a:spcBef>
                <a:spcPts val="0"/>
              </a:spcBef>
              <a:spcAft>
                <a:spcPts val="0"/>
              </a:spcAft>
              <a:buSzPts val="2800"/>
              <a:buNone/>
            </a:pPr>
            <a:r>
              <a:rPr lang="en" sz="8500"/>
              <a:t>Thank you!</a:t>
            </a:r>
            <a:endParaRPr sz="85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